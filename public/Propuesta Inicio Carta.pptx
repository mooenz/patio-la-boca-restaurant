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5" r:id="rId5"/>
    <p:sldId id="266" r:id="rId6"/>
    <p:sldId id="267" r:id="rId7"/>
    <p:sldId id="263" r:id="rId8"/>
    <p:sldId id="261" r:id="rId9"/>
    <p:sldId id="268" r:id="rId10"/>
  </p:sldIdLst>
  <p:sldSz cx="3810000" cy="63436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75" userDrawn="1">
          <p15:clr>
            <a:srgbClr val="A4A3A4"/>
          </p15:clr>
        </p15:guide>
        <p15:guide id="2" pos="1201" userDrawn="1">
          <p15:clr>
            <a:srgbClr val="A4A3A4"/>
          </p15:clr>
        </p15:guide>
        <p15:guide id="3" orient="horz" pos="358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evin Silva Zarate" initials="KSZ" lastIdx="1" clrIdx="0">
    <p:extLst>
      <p:ext uri="{19B8F6BF-5375-455C-9EA6-DF929625EA0E}">
        <p15:presenceInfo xmlns:p15="http://schemas.microsoft.com/office/powerpoint/2012/main" userId="S::Kevin.Silva@ar.ey.com::7d82c508-2853-4b59-9e5c-b30133e101a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8101"/>
    <a:srgbClr val="FCFB02"/>
    <a:srgbClr val="7D3327"/>
    <a:srgbClr val="733D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DDC5AD-E524-4961-BD2C-D559B88AA425}" v="88" dt="2022-09-04T17:46:16.5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77" autoAdjust="0"/>
    <p:restoredTop sz="94660"/>
  </p:normalViewPr>
  <p:slideViewPr>
    <p:cSldViewPr snapToGrid="0" showGuides="1">
      <p:cViewPr varScale="1">
        <p:scale>
          <a:sx n="84" d="100"/>
          <a:sy n="84" d="100"/>
        </p:scale>
        <p:origin x="2798" y="72"/>
      </p:cViewPr>
      <p:guideLst>
        <p:guide orient="horz" pos="1975"/>
        <p:guide pos="1201"/>
        <p:guide orient="horz" pos="358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vin Silva Zarate" userId="7d82c508-2853-4b59-9e5c-b30133e101aa" providerId="ADAL" clId="{35DDC5AD-E524-4961-BD2C-D559B88AA425}"/>
    <pc:docChg chg="undo custSel addSld delSld modSld sldOrd">
      <pc:chgData name="Kevin Silva Zarate" userId="7d82c508-2853-4b59-9e5c-b30133e101aa" providerId="ADAL" clId="{35DDC5AD-E524-4961-BD2C-D559B88AA425}" dt="2022-09-04T17:46:16.553" v="573" actId="20577"/>
      <pc:docMkLst>
        <pc:docMk/>
      </pc:docMkLst>
      <pc:sldChg chg="modSp del mod">
        <pc:chgData name="Kevin Silva Zarate" userId="7d82c508-2853-4b59-9e5c-b30133e101aa" providerId="ADAL" clId="{35DDC5AD-E524-4961-BD2C-D559B88AA425}" dt="2022-09-04T17:27:34.272" v="287" actId="47"/>
        <pc:sldMkLst>
          <pc:docMk/>
          <pc:sldMk cId="2783705302" sldId="259"/>
        </pc:sldMkLst>
        <pc:spChg chg="mod">
          <ac:chgData name="Kevin Silva Zarate" userId="7d82c508-2853-4b59-9e5c-b30133e101aa" providerId="ADAL" clId="{35DDC5AD-E524-4961-BD2C-D559B88AA425}" dt="2022-09-04T17:00:25.534" v="2" actId="1076"/>
          <ac:spMkLst>
            <pc:docMk/>
            <pc:sldMk cId="2783705302" sldId="259"/>
            <ac:spMk id="11" creationId="{7461856F-7CE5-400A-98F1-1974D598DFAF}"/>
          </ac:spMkLst>
        </pc:spChg>
        <pc:spChg chg="mod">
          <ac:chgData name="Kevin Silva Zarate" userId="7d82c508-2853-4b59-9e5c-b30133e101aa" providerId="ADAL" clId="{35DDC5AD-E524-4961-BD2C-D559B88AA425}" dt="2022-09-04T17:01:09.626" v="69" actId="207"/>
          <ac:spMkLst>
            <pc:docMk/>
            <pc:sldMk cId="2783705302" sldId="259"/>
            <ac:spMk id="13" creationId="{FE317594-4058-4769-A2C7-FD450272C743}"/>
          </ac:spMkLst>
        </pc:spChg>
        <pc:spChg chg="mod">
          <ac:chgData name="Kevin Silva Zarate" userId="7d82c508-2853-4b59-9e5c-b30133e101aa" providerId="ADAL" clId="{35DDC5AD-E524-4961-BD2C-D559B88AA425}" dt="2022-09-04T17:01:22.998" v="101" actId="207"/>
          <ac:spMkLst>
            <pc:docMk/>
            <pc:sldMk cId="2783705302" sldId="259"/>
            <ac:spMk id="19" creationId="{0FFAACBD-1708-4AB6-B810-8738943E9040}"/>
          </ac:spMkLst>
        </pc:spChg>
        <pc:picChg chg="mod">
          <ac:chgData name="Kevin Silva Zarate" userId="7d82c508-2853-4b59-9e5c-b30133e101aa" providerId="ADAL" clId="{35DDC5AD-E524-4961-BD2C-D559B88AA425}" dt="2022-09-04T17:10:28.451" v="137" actId="108"/>
          <ac:picMkLst>
            <pc:docMk/>
            <pc:sldMk cId="2783705302" sldId="259"/>
            <ac:picMk id="2050" creationId="{5464290F-0DEB-400C-86EE-A5FAECAD95E7}"/>
          </ac:picMkLst>
        </pc:picChg>
        <pc:picChg chg="mod">
          <ac:chgData name="Kevin Silva Zarate" userId="7d82c508-2853-4b59-9e5c-b30133e101aa" providerId="ADAL" clId="{35DDC5AD-E524-4961-BD2C-D559B88AA425}" dt="2022-09-04T17:10:33.241" v="139" actId="108"/>
          <ac:picMkLst>
            <pc:docMk/>
            <pc:sldMk cId="2783705302" sldId="259"/>
            <ac:picMk id="2052" creationId="{1A31E28A-0105-4C3B-ADCE-A226278F9155}"/>
          </ac:picMkLst>
        </pc:picChg>
        <pc:picChg chg="mod">
          <ac:chgData name="Kevin Silva Zarate" userId="7d82c508-2853-4b59-9e5c-b30133e101aa" providerId="ADAL" clId="{35DDC5AD-E524-4961-BD2C-D559B88AA425}" dt="2022-09-04T17:10:30.931" v="138" actId="108"/>
          <ac:picMkLst>
            <pc:docMk/>
            <pc:sldMk cId="2783705302" sldId="259"/>
            <ac:picMk id="2058" creationId="{4A58AA42-675C-43A1-AABC-A17217FF3FF0}"/>
          </ac:picMkLst>
        </pc:picChg>
      </pc:sldChg>
      <pc:sldChg chg="del">
        <pc:chgData name="Kevin Silva Zarate" userId="7d82c508-2853-4b59-9e5c-b30133e101aa" providerId="ADAL" clId="{35DDC5AD-E524-4961-BD2C-D559B88AA425}" dt="2022-09-04T17:00:38.844" v="3" actId="47"/>
        <pc:sldMkLst>
          <pc:docMk/>
          <pc:sldMk cId="4049551056" sldId="260"/>
        </pc:sldMkLst>
      </pc:sldChg>
      <pc:sldChg chg="addSp delSp modSp">
        <pc:chgData name="Kevin Silva Zarate" userId="7d82c508-2853-4b59-9e5c-b30133e101aa" providerId="ADAL" clId="{35DDC5AD-E524-4961-BD2C-D559B88AA425}" dt="2022-09-04T17:10:14.841" v="136" actId="108"/>
        <pc:sldMkLst>
          <pc:docMk/>
          <pc:sldMk cId="403529393" sldId="261"/>
        </pc:sldMkLst>
        <pc:picChg chg="mod">
          <ac:chgData name="Kevin Silva Zarate" userId="7d82c508-2853-4b59-9e5c-b30133e101aa" providerId="ADAL" clId="{35DDC5AD-E524-4961-BD2C-D559B88AA425}" dt="2022-09-04T17:10:06.960" v="134" actId="1076"/>
          <ac:picMkLst>
            <pc:docMk/>
            <pc:sldMk cId="403529393" sldId="261"/>
            <ac:picMk id="2050" creationId="{5464290F-0DEB-400C-86EE-A5FAECAD95E7}"/>
          </ac:picMkLst>
        </pc:picChg>
        <pc:picChg chg="mod">
          <ac:chgData name="Kevin Silva Zarate" userId="7d82c508-2853-4b59-9e5c-b30133e101aa" providerId="ADAL" clId="{35DDC5AD-E524-4961-BD2C-D559B88AA425}" dt="2022-09-04T17:10:10.071" v="135" actId="108"/>
          <ac:picMkLst>
            <pc:docMk/>
            <pc:sldMk cId="403529393" sldId="261"/>
            <ac:picMk id="2052" creationId="{1A31E28A-0105-4C3B-ADCE-A226278F9155}"/>
          </ac:picMkLst>
        </pc:picChg>
        <pc:picChg chg="mod">
          <ac:chgData name="Kevin Silva Zarate" userId="7d82c508-2853-4b59-9e5c-b30133e101aa" providerId="ADAL" clId="{35DDC5AD-E524-4961-BD2C-D559B88AA425}" dt="2022-09-04T17:10:14.841" v="136" actId="108"/>
          <ac:picMkLst>
            <pc:docMk/>
            <pc:sldMk cId="403529393" sldId="261"/>
            <ac:picMk id="2058" creationId="{4A58AA42-675C-43A1-AABC-A17217FF3FF0}"/>
          </ac:picMkLst>
        </pc:picChg>
        <pc:picChg chg="add del mod">
          <ac:chgData name="Kevin Silva Zarate" userId="7d82c508-2853-4b59-9e5c-b30133e101aa" providerId="ADAL" clId="{35DDC5AD-E524-4961-BD2C-D559B88AA425}" dt="2022-09-04T17:07:02.721" v="120" actId="478"/>
          <ac:picMkLst>
            <pc:docMk/>
            <pc:sldMk cId="403529393" sldId="261"/>
            <ac:picMk id="2062" creationId="{38C17B4C-94A0-4F83-816E-C8E24CAA9B07}"/>
          </ac:picMkLst>
        </pc:picChg>
        <pc:picChg chg="add del">
          <ac:chgData name="Kevin Silva Zarate" userId="7d82c508-2853-4b59-9e5c-b30133e101aa" providerId="ADAL" clId="{35DDC5AD-E524-4961-BD2C-D559B88AA425}" dt="2022-09-04T17:03:14.736" v="110" actId="478"/>
          <ac:picMkLst>
            <pc:docMk/>
            <pc:sldMk cId="403529393" sldId="261"/>
            <ac:picMk id="6146" creationId="{7DDD38EC-26B6-4B95-AA50-33B63AB10B15}"/>
          </ac:picMkLst>
        </pc:picChg>
        <pc:picChg chg="add mod">
          <ac:chgData name="Kevin Silva Zarate" userId="7d82c508-2853-4b59-9e5c-b30133e101aa" providerId="ADAL" clId="{35DDC5AD-E524-4961-BD2C-D559B88AA425}" dt="2022-09-04T17:06:10.934" v="116" actId="1076"/>
          <ac:picMkLst>
            <pc:docMk/>
            <pc:sldMk cId="403529393" sldId="261"/>
            <ac:picMk id="6148" creationId="{BB249700-1663-436D-BF80-F71196D9FA50}"/>
          </ac:picMkLst>
        </pc:picChg>
        <pc:picChg chg="add del">
          <ac:chgData name="Kevin Silva Zarate" userId="7d82c508-2853-4b59-9e5c-b30133e101aa" providerId="ADAL" clId="{35DDC5AD-E524-4961-BD2C-D559B88AA425}" dt="2022-09-04T17:07:05.651" v="121" actId="478"/>
          <ac:picMkLst>
            <pc:docMk/>
            <pc:sldMk cId="403529393" sldId="261"/>
            <ac:picMk id="6150" creationId="{955CEC25-33C4-4391-B4D4-73F325BF42F4}"/>
          </ac:picMkLst>
        </pc:picChg>
        <pc:picChg chg="add del">
          <ac:chgData name="Kevin Silva Zarate" userId="7d82c508-2853-4b59-9e5c-b30133e101aa" providerId="ADAL" clId="{35DDC5AD-E524-4961-BD2C-D559B88AA425}" dt="2022-09-04T17:07:20.036" v="123" actId="478"/>
          <ac:picMkLst>
            <pc:docMk/>
            <pc:sldMk cId="403529393" sldId="261"/>
            <ac:picMk id="6152" creationId="{A68C0718-3C23-4B51-B242-1E31B9CAF6B0}"/>
          </ac:picMkLst>
        </pc:picChg>
        <pc:picChg chg="add del mod">
          <ac:chgData name="Kevin Silva Zarate" userId="7d82c508-2853-4b59-9e5c-b30133e101aa" providerId="ADAL" clId="{35DDC5AD-E524-4961-BD2C-D559B88AA425}" dt="2022-09-04T17:07:37.951" v="127" actId="478"/>
          <ac:picMkLst>
            <pc:docMk/>
            <pc:sldMk cId="403529393" sldId="261"/>
            <ac:picMk id="6154" creationId="{E65D5B71-FF4D-47A6-B1A1-7F6B579D9A12}"/>
          </ac:picMkLst>
        </pc:picChg>
        <pc:picChg chg="add del">
          <ac:chgData name="Kevin Silva Zarate" userId="7d82c508-2853-4b59-9e5c-b30133e101aa" providerId="ADAL" clId="{35DDC5AD-E524-4961-BD2C-D559B88AA425}" dt="2022-09-04T17:08:02.691" v="129" actId="478"/>
          <ac:picMkLst>
            <pc:docMk/>
            <pc:sldMk cId="403529393" sldId="261"/>
            <ac:picMk id="6156" creationId="{5030D613-4D87-424C-8173-A85D35CCFEAE}"/>
          </ac:picMkLst>
        </pc:picChg>
        <pc:picChg chg="add del">
          <ac:chgData name="Kevin Silva Zarate" userId="7d82c508-2853-4b59-9e5c-b30133e101aa" providerId="ADAL" clId="{35DDC5AD-E524-4961-BD2C-D559B88AA425}" dt="2022-09-04T17:08:46.561" v="131" actId="478"/>
          <ac:picMkLst>
            <pc:docMk/>
            <pc:sldMk cId="403529393" sldId="261"/>
            <ac:picMk id="6158" creationId="{AEFB6764-4AB3-4CB1-8D9C-F9B414B4825C}"/>
          </ac:picMkLst>
        </pc:picChg>
        <pc:picChg chg="add del">
          <ac:chgData name="Kevin Silva Zarate" userId="7d82c508-2853-4b59-9e5c-b30133e101aa" providerId="ADAL" clId="{35DDC5AD-E524-4961-BD2C-D559B88AA425}" dt="2022-09-04T17:09:11.391" v="133" actId="478"/>
          <ac:picMkLst>
            <pc:docMk/>
            <pc:sldMk cId="403529393" sldId="261"/>
            <ac:picMk id="6160" creationId="{0E7D48FB-ECBE-41E8-A24E-DAF7BCBAA18A}"/>
          </ac:picMkLst>
        </pc:picChg>
      </pc:sldChg>
      <pc:sldChg chg="del">
        <pc:chgData name="Kevin Silva Zarate" userId="7d82c508-2853-4b59-9e5c-b30133e101aa" providerId="ADAL" clId="{35DDC5AD-E524-4961-BD2C-D559B88AA425}" dt="2022-09-04T17:02:58.128" v="108" actId="47"/>
        <pc:sldMkLst>
          <pc:docMk/>
          <pc:sldMk cId="4172668894" sldId="262"/>
        </pc:sldMkLst>
      </pc:sldChg>
      <pc:sldChg chg="addSp modSp add mod addCm modCm">
        <pc:chgData name="Kevin Silva Zarate" userId="7d82c508-2853-4b59-9e5c-b30133e101aa" providerId="ADAL" clId="{35DDC5AD-E524-4961-BD2C-D559B88AA425}" dt="2022-09-04T17:31:04.086" v="345" actId="14100"/>
        <pc:sldMkLst>
          <pc:docMk/>
          <pc:sldMk cId="2237331194" sldId="263"/>
        </pc:sldMkLst>
        <pc:spChg chg="mod">
          <ac:chgData name="Kevin Silva Zarate" userId="7d82c508-2853-4b59-9e5c-b30133e101aa" providerId="ADAL" clId="{35DDC5AD-E524-4961-BD2C-D559B88AA425}" dt="2022-09-04T17:11:40.696" v="150" actId="1076"/>
          <ac:spMkLst>
            <pc:docMk/>
            <pc:sldMk cId="2237331194" sldId="263"/>
            <ac:spMk id="11" creationId="{7461856F-7CE5-400A-98F1-1974D598DFAF}"/>
          </ac:spMkLst>
        </pc:spChg>
        <pc:spChg chg="mod">
          <ac:chgData name="Kevin Silva Zarate" userId="7d82c508-2853-4b59-9e5c-b30133e101aa" providerId="ADAL" clId="{35DDC5AD-E524-4961-BD2C-D559B88AA425}" dt="2022-09-04T17:30:17.708" v="321" actId="14100"/>
          <ac:spMkLst>
            <pc:docMk/>
            <pc:sldMk cId="2237331194" sldId="263"/>
            <ac:spMk id="13" creationId="{FE317594-4058-4769-A2C7-FD450272C743}"/>
          </ac:spMkLst>
        </pc:spChg>
        <pc:spChg chg="mod">
          <ac:chgData name="Kevin Silva Zarate" userId="7d82c508-2853-4b59-9e5c-b30133e101aa" providerId="ADAL" clId="{35DDC5AD-E524-4961-BD2C-D559B88AA425}" dt="2022-09-04T17:30:59.662" v="344" actId="1036"/>
          <ac:spMkLst>
            <pc:docMk/>
            <pc:sldMk cId="2237331194" sldId="263"/>
            <ac:spMk id="19" creationId="{0FFAACBD-1708-4AB6-B810-8738943E9040}"/>
          </ac:spMkLst>
        </pc:spChg>
        <pc:picChg chg="mod">
          <ac:chgData name="Kevin Silva Zarate" userId="7d82c508-2853-4b59-9e5c-b30133e101aa" providerId="ADAL" clId="{35DDC5AD-E524-4961-BD2C-D559B88AA425}" dt="2022-09-04T17:30:22.472" v="322" actId="1076"/>
          <ac:picMkLst>
            <pc:docMk/>
            <pc:sldMk cId="2237331194" sldId="263"/>
            <ac:picMk id="6" creationId="{88EC3C08-CD57-4916-BAA1-9E6E4848543A}"/>
          </ac:picMkLst>
        </pc:picChg>
        <pc:picChg chg="mod">
          <ac:chgData name="Kevin Silva Zarate" userId="7d82c508-2853-4b59-9e5c-b30133e101aa" providerId="ADAL" clId="{35DDC5AD-E524-4961-BD2C-D559B88AA425}" dt="2022-09-04T17:30:31.977" v="323" actId="14100"/>
          <ac:picMkLst>
            <pc:docMk/>
            <pc:sldMk cId="2237331194" sldId="263"/>
            <ac:picMk id="7" creationId="{71506DD2-6CCF-4E99-AC5E-594820D6A59F}"/>
          </ac:picMkLst>
        </pc:picChg>
        <pc:picChg chg="mod modCrop">
          <ac:chgData name="Kevin Silva Zarate" userId="7d82c508-2853-4b59-9e5c-b30133e101aa" providerId="ADAL" clId="{35DDC5AD-E524-4961-BD2C-D559B88AA425}" dt="2022-09-04T17:30:46.348" v="326" actId="732"/>
          <ac:picMkLst>
            <pc:docMk/>
            <pc:sldMk cId="2237331194" sldId="263"/>
            <ac:picMk id="8" creationId="{333B4D5C-E036-497C-B2EF-CB01DA16440C}"/>
          </ac:picMkLst>
        </pc:picChg>
        <pc:picChg chg="mod">
          <ac:chgData name="Kevin Silva Zarate" userId="7d82c508-2853-4b59-9e5c-b30133e101aa" providerId="ADAL" clId="{35DDC5AD-E524-4961-BD2C-D559B88AA425}" dt="2022-09-04T17:30:59.662" v="344" actId="1036"/>
          <ac:picMkLst>
            <pc:docMk/>
            <pc:sldMk cId="2237331194" sldId="263"/>
            <ac:picMk id="2050" creationId="{5464290F-0DEB-400C-86EE-A5FAECAD95E7}"/>
          </ac:picMkLst>
        </pc:picChg>
        <pc:picChg chg="mod">
          <ac:chgData name="Kevin Silva Zarate" userId="7d82c508-2853-4b59-9e5c-b30133e101aa" providerId="ADAL" clId="{35DDC5AD-E524-4961-BD2C-D559B88AA425}" dt="2022-09-04T17:30:59.662" v="344" actId="1036"/>
          <ac:picMkLst>
            <pc:docMk/>
            <pc:sldMk cId="2237331194" sldId="263"/>
            <ac:picMk id="2052" creationId="{1A31E28A-0105-4C3B-ADCE-A226278F9155}"/>
          </ac:picMkLst>
        </pc:picChg>
        <pc:picChg chg="mod">
          <ac:chgData name="Kevin Silva Zarate" userId="7d82c508-2853-4b59-9e5c-b30133e101aa" providerId="ADAL" clId="{35DDC5AD-E524-4961-BD2C-D559B88AA425}" dt="2022-09-04T17:30:59.662" v="344" actId="1036"/>
          <ac:picMkLst>
            <pc:docMk/>
            <pc:sldMk cId="2237331194" sldId="263"/>
            <ac:picMk id="2058" creationId="{4A58AA42-675C-43A1-AABC-A17217FF3FF0}"/>
          </ac:picMkLst>
        </pc:picChg>
        <pc:picChg chg="mod">
          <ac:chgData name="Kevin Silva Zarate" userId="7d82c508-2853-4b59-9e5c-b30133e101aa" providerId="ADAL" clId="{35DDC5AD-E524-4961-BD2C-D559B88AA425}" dt="2022-09-04T17:30:59.662" v="344" actId="1036"/>
          <ac:picMkLst>
            <pc:docMk/>
            <pc:sldMk cId="2237331194" sldId="263"/>
            <ac:picMk id="2062" creationId="{38C17B4C-94A0-4F83-816E-C8E24CAA9B07}"/>
          </ac:picMkLst>
        </pc:picChg>
        <pc:picChg chg="add mod">
          <ac:chgData name="Kevin Silva Zarate" userId="7d82c508-2853-4b59-9e5c-b30133e101aa" providerId="ADAL" clId="{35DDC5AD-E524-4961-BD2C-D559B88AA425}" dt="2022-09-04T17:31:04.086" v="345" actId="14100"/>
          <ac:picMkLst>
            <pc:docMk/>
            <pc:sldMk cId="2237331194" sldId="263"/>
            <ac:picMk id="4098" creationId="{D64F636B-94C2-4FA6-BB72-4B5161BB7345}"/>
          </ac:picMkLst>
        </pc:picChg>
      </pc:sldChg>
      <pc:sldChg chg="addSp delSp modSp add del mod">
        <pc:chgData name="Kevin Silva Zarate" userId="7d82c508-2853-4b59-9e5c-b30133e101aa" providerId="ADAL" clId="{35DDC5AD-E524-4961-BD2C-D559B88AA425}" dt="2022-09-04T17:29:22.192" v="311" actId="47"/>
        <pc:sldMkLst>
          <pc:docMk/>
          <pc:sldMk cId="2564528544" sldId="264"/>
        </pc:sldMkLst>
        <pc:spChg chg="add mod">
          <ac:chgData name="Kevin Silva Zarate" userId="7d82c508-2853-4b59-9e5c-b30133e101aa" providerId="ADAL" clId="{35DDC5AD-E524-4961-BD2C-D559B88AA425}" dt="2022-09-04T17:16:29.938" v="170" actId="2085"/>
          <ac:spMkLst>
            <pc:docMk/>
            <pc:sldMk cId="2564528544" sldId="264"/>
            <ac:spMk id="2" creationId="{082EDFB3-36CA-4138-A12B-D0F9F242F983}"/>
          </ac:spMkLst>
        </pc:spChg>
        <pc:spChg chg="mod ord">
          <ac:chgData name="Kevin Silva Zarate" userId="7d82c508-2853-4b59-9e5c-b30133e101aa" providerId="ADAL" clId="{35DDC5AD-E524-4961-BD2C-D559B88AA425}" dt="2022-09-04T17:28:10.648" v="290" actId="14100"/>
          <ac:spMkLst>
            <pc:docMk/>
            <pc:sldMk cId="2564528544" sldId="264"/>
            <ac:spMk id="13" creationId="{FE317594-4058-4769-A2C7-FD450272C743}"/>
          </ac:spMkLst>
        </pc:spChg>
        <pc:spChg chg="del">
          <ac:chgData name="Kevin Silva Zarate" userId="7d82c508-2853-4b59-9e5c-b30133e101aa" providerId="ADAL" clId="{35DDC5AD-E524-4961-BD2C-D559B88AA425}" dt="2022-09-04T17:15:11.176" v="161" actId="478"/>
          <ac:spMkLst>
            <pc:docMk/>
            <pc:sldMk cId="2564528544" sldId="264"/>
            <ac:spMk id="19" creationId="{0FFAACBD-1708-4AB6-B810-8738943E9040}"/>
          </ac:spMkLst>
        </pc:spChg>
        <pc:picChg chg="ord">
          <ac:chgData name="Kevin Silva Zarate" userId="7d82c508-2853-4b59-9e5c-b30133e101aa" providerId="ADAL" clId="{35DDC5AD-E524-4961-BD2C-D559B88AA425}" dt="2022-09-04T17:28:07.438" v="289" actId="166"/>
          <ac:picMkLst>
            <pc:docMk/>
            <pc:sldMk cId="2564528544" sldId="264"/>
            <ac:picMk id="8" creationId="{333B4D5C-E036-497C-B2EF-CB01DA16440C}"/>
          </ac:picMkLst>
        </pc:picChg>
        <pc:picChg chg="ord">
          <ac:chgData name="Kevin Silva Zarate" userId="7d82c508-2853-4b59-9e5c-b30133e101aa" providerId="ADAL" clId="{35DDC5AD-E524-4961-BD2C-D559B88AA425}" dt="2022-09-04T17:16:55.501" v="171" actId="166"/>
          <ac:picMkLst>
            <pc:docMk/>
            <pc:sldMk cId="2564528544" sldId="264"/>
            <ac:picMk id="10" creationId="{E8FA16B6-CB54-4423-AC59-1043C4E590D4}"/>
          </ac:picMkLst>
        </pc:picChg>
      </pc:sldChg>
      <pc:sldChg chg="addSp modSp add mod ord">
        <pc:chgData name="Kevin Silva Zarate" userId="7d82c508-2853-4b59-9e5c-b30133e101aa" providerId="ADAL" clId="{35DDC5AD-E524-4961-BD2C-D559B88AA425}" dt="2022-09-04T17:25:59.858" v="273"/>
        <pc:sldMkLst>
          <pc:docMk/>
          <pc:sldMk cId="3399593255" sldId="265"/>
        </pc:sldMkLst>
        <pc:spChg chg="mod">
          <ac:chgData name="Kevin Silva Zarate" userId="7d82c508-2853-4b59-9e5c-b30133e101aa" providerId="ADAL" clId="{35DDC5AD-E524-4961-BD2C-D559B88AA425}" dt="2022-09-04T17:19:19.002" v="181" actId="164"/>
          <ac:spMkLst>
            <pc:docMk/>
            <pc:sldMk cId="3399593255" sldId="265"/>
            <ac:spMk id="2" creationId="{082EDFB3-36CA-4138-A12B-D0F9F242F983}"/>
          </ac:spMkLst>
        </pc:spChg>
        <pc:spChg chg="mod">
          <ac:chgData name="Kevin Silva Zarate" userId="7d82c508-2853-4b59-9e5c-b30133e101aa" providerId="ADAL" clId="{35DDC5AD-E524-4961-BD2C-D559B88AA425}" dt="2022-09-04T17:23:29.908" v="245" actId="1076"/>
          <ac:spMkLst>
            <pc:docMk/>
            <pc:sldMk cId="3399593255" sldId="265"/>
            <ac:spMk id="11" creationId="{7461856F-7CE5-400A-98F1-1974D598DFAF}"/>
          </ac:spMkLst>
        </pc:spChg>
        <pc:spChg chg="mod">
          <ac:chgData name="Kevin Silva Zarate" userId="7d82c508-2853-4b59-9e5c-b30133e101aa" providerId="ADAL" clId="{35DDC5AD-E524-4961-BD2C-D559B88AA425}" dt="2022-09-04T17:24:43.714" v="266" actId="14100"/>
          <ac:spMkLst>
            <pc:docMk/>
            <pc:sldMk cId="3399593255" sldId="265"/>
            <ac:spMk id="13" creationId="{FE317594-4058-4769-A2C7-FD450272C743}"/>
          </ac:spMkLst>
        </pc:spChg>
        <pc:grpChg chg="add mod">
          <ac:chgData name="Kevin Silva Zarate" userId="7d82c508-2853-4b59-9e5c-b30133e101aa" providerId="ADAL" clId="{35DDC5AD-E524-4961-BD2C-D559B88AA425}" dt="2022-09-04T17:23:32.008" v="246" actId="1076"/>
          <ac:grpSpMkLst>
            <pc:docMk/>
            <pc:sldMk cId="3399593255" sldId="265"/>
            <ac:grpSpMk id="3" creationId="{49BA0A53-2F0A-4C5C-AF21-B849D80EB5DA}"/>
          </ac:grpSpMkLst>
        </pc:grpChg>
        <pc:picChg chg="mod">
          <ac:chgData name="Kevin Silva Zarate" userId="7d82c508-2853-4b59-9e5c-b30133e101aa" providerId="ADAL" clId="{35DDC5AD-E524-4961-BD2C-D559B88AA425}" dt="2022-09-04T17:24:40.979" v="265" actId="14100"/>
          <ac:picMkLst>
            <pc:docMk/>
            <pc:sldMk cId="3399593255" sldId="265"/>
            <ac:picMk id="6" creationId="{88EC3C08-CD57-4916-BAA1-9E6E4848543A}"/>
          </ac:picMkLst>
        </pc:picChg>
        <pc:picChg chg="mod">
          <ac:chgData name="Kevin Silva Zarate" userId="7d82c508-2853-4b59-9e5c-b30133e101aa" providerId="ADAL" clId="{35DDC5AD-E524-4961-BD2C-D559B88AA425}" dt="2022-09-04T17:24:03.827" v="259" actId="14100"/>
          <ac:picMkLst>
            <pc:docMk/>
            <pc:sldMk cId="3399593255" sldId="265"/>
            <ac:picMk id="7" creationId="{71506DD2-6CCF-4E99-AC5E-594820D6A59F}"/>
          </ac:picMkLst>
        </pc:picChg>
        <pc:picChg chg="mod ord modCrop">
          <ac:chgData name="Kevin Silva Zarate" userId="7d82c508-2853-4b59-9e5c-b30133e101aa" providerId="ADAL" clId="{35DDC5AD-E524-4961-BD2C-D559B88AA425}" dt="2022-09-04T17:25:11.694" v="268" actId="732"/>
          <ac:picMkLst>
            <pc:docMk/>
            <pc:sldMk cId="3399593255" sldId="265"/>
            <ac:picMk id="8" creationId="{333B4D5C-E036-497C-B2EF-CB01DA16440C}"/>
          </ac:picMkLst>
        </pc:picChg>
        <pc:picChg chg="mod">
          <ac:chgData name="Kevin Silva Zarate" userId="7d82c508-2853-4b59-9e5c-b30133e101aa" providerId="ADAL" clId="{35DDC5AD-E524-4961-BD2C-D559B88AA425}" dt="2022-09-04T17:19:19.002" v="181" actId="164"/>
          <ac:picMkLst>
            <pc:docMk/>
            <pc:sldMk cId="3399593255" sldId="265"/>
            <ac:picMk id="10" creationId="{E8FA16B6-CB54-4423-AC59-1043C4E590D4}"/>
          </ac:picMkLst>
        </pc:picChg>
        <pc:picChg chg="add mod">
          <ac:chgData name="Kevin Silva Zarate" userId="7d82c508-2853-4b59-9e5c-b30133e101aa" providerId="ADAL" clId="{35DDC5AD-E524-4961-BD2C-D559B88AA425}" dt="2022-09-04T17:22:29.391" v="208" actId="1076"/>
          <ac:picMkLst>
            <pc:docMk/>
            <pc:sldMk cId="3399593255" sldId="265"/>
            <ac:picMk id="14" creationId="{492D1A90-4A6B-4770-B71A-87AF9FEC7A8B}"/>
          </ac:picMkLst>
        </pc:picChg>
        <pc:picChg chg="mod">
          <ac:chgData name="Kevin Silva Zarate" userId="7d82c508-2853-4b59-9e5c-b30133e101aa" providerId="ADAL" clId="{35DDC5AD-E524-4961-BD2C-D559B88AA425}" dt="2022-09-04T17:23:35.152" v="253" actId="1035"/>
          <ac:picMkLst>
            <pc:docMk/>
            <pc:sldMk cId="3399593255" sldId="265"/>
            <ac:picMk id="2050" creationId="{5464290F-0DEB-400C-86EE-A5FAECAD95E7}"/>
          </ac:picMkLst>
        </pc:picChg>
        <pc:picChg chg="mod">
          <ac:chgData name="Kevin Silva Zarate" userId="7d82c508-2853-4b59-9e5c-b30133e101aa" providerId="ADAL" clId="{35DDC5AD-E524-4961-BD2C-D559B88AA425}" dt="2022-09-04T17:23:35.152" v="253" actId="1035"/>
          <ac:picMkLst>
            <pc:docMk/>
            <pc:sldMk cId="3399593255" sldId="265"/>
            <ac:picMk id="2052" creationId="{1A31E28A-0105-4C3B-ADCE-A226278F9155}"/>
          </ac:picMkLst>
        </pc:picChg>
        <pc:picChg chg="mod">
          <ac:chgData name="Kevin Silva Zarate" userId="7d82c508-2853-4b59-9e5c-b30133e101aa" providerId="ADAL" clId="{35DDC5AD-E524-4961-BD2C-D559B88AA425}" dt="2022-09-04T17:23:35.152" v="253" actId="1035"/>
          <ac:picMkLst>
            <pc:docMk/>
            <pc:sldMk cId="3399593255" sldId="265"/>
            <ac:picMk id="2058" creationId="{4A58AA42-675C-43A1-AABC-A17217FF3FF0}"/>
          </ac:picMkLst>
        </pc:picChg>
        <pc:picChg chg="mod">
          <ac:chgData name="Kevin Silva Zarate" userId="7d82c508-2853-4b59-9e5c-b30133e101aa" providerId="ADAL" clId="{35DDC5AD-E524-4961-BD2C-D559B88AA425}" dt="2022-09-04T17:23:35.152" v="253" actId="1035"/>
          <ac:picMkLst>
            <pc:docMk/>
            <pc:sldMk cId="3399593255" sldId="265"/>
            <ac:picMk id="2062" creationId="{38C17B4C-94A0-4F83-816E-C8E24CAA9B07}"/>
          </ac:picMkLst>
        </pc:picChg>
      </pc:sldChg>
      <pc:sldChg chg="addSp delSp modSp add mod ord">
        <pc:chgData name="Kevin Silva Zarate" userId="7d82c508-2853-4b59-9e5c-b30133e101aa" providerId="ADAL" clId="{35DDC5AD-E524-4961-BD2C-D559B88AA425}" dt="2022-09-04T17:27:21.842" v="286"/>
        <pc:sldMkLst>
          <pc:docMk/>
          <pc:sldMk cId="2154978921" sldId="266"/>
        </pc:sldMkLst>
        <pc:spChg chg="del">
          <ac:chgData name="Kevin Silva Zarate" userId="7d82c508-2853-4b59-9e5c-b30133e101aa" providerId="ADAL" clId="{35DDC5AD-E524-4961-BD2C-D559B88AA425}" dt="2022-09-04T17:26:47.742" v="278" actId="478"/>
          <ac:spMkLst>
            <pc:docMk/>
            <pc:sldMk cId="2154978921" sldId="266"/>
            <ac:spMk id="11" creationId="{7461856F-7CE5-400A-98F1-1974D598DFAF}"/>
          </ac:spMkLst>
        </pc:spChg>
        <pc:spChg chg="del mod">
          <ac:chgData name="Kevin Silva Zarate" userId="7d82c508-2853-4b59-9e5c-b30133e101aa" providerId="ADAL" clId="{35DDC5AD-E524-4961-BD2C-D559B88AA425}" dt="2022-09-04T17:26:26.052" v="277" actId="478"/>
          <ac:spMkLst>
            <pc:docMk/>
            <pc:sldMk cId="2154978921" sldId="266"/>
            <ac:spMk id="13" creationId="{FE317594-4058-4769-A2C7-FD450272C743}"/>
          </ac:spMkLst>
        </pc:spChg>
        <pc:spChg chg="add mod">
          <ac:chgData name="Kevin Silva Zarate" userId="7d82c508-2853-4b59-9e5c-b30133e101aa" providerId="ADAL" clId="{35DDC5AD-E524-4961-BD2C-D559B88AA425}" dt="2022-09-04T17:27:12.556" v="285" actId="14100"/>
          <ac:spMkLst>
            <pc:docMk/>
            <pc:sldMk cId="2154978921" sldId="266"/>
            <ac:spMk id="15" creationId="{55717857-A1D1-4F0E-BFFC-C72A414A0FF8}"/>
          </ac:spMkLst>
        </pc:spChg>
        <pc:spChg chg="add mod">
          <ac:chgData name="Kevin Silva Zarate" userId="7d82c508-2853-4b59-9e5c-b30133e101aa" providerId="ADAL" clId="{35DDC5AD-E524-4961-BD2C-D559B88AA425}" dt="2022-09-04T17:27:07.613" v="283" actId="14100"/>
          <ac:spMkLst>
            <pc:docMk/>
            <pc:sldMk cId="2154978921" sldId="266"/>
            <ac:spMk id="16" creationId="{7525BAF8-52D1-4B2A-97E9-1324E2BF8480}"/>
          </ac:spMkLst>
        </pc:spChg>
        <pc:spChg chg="add mod">
          <ac:chgData name="Kevin Silva Zarate" userId="7d82c508-2853-4b59-9e5c-b30133e101aa" providerId="ADAL" clId="{35DDC5AD-E524-4961-BD2C-D559B88AA425}" dt="2022-09-04T17:27:21.842" v="286"/>
          <ac:spMkLst>
            <pc:docMk/>
            <pc:sldMk cId="2154978921" sldId="266"/>
            <ac:spMk id="21" creationId="{7AF07862-6691-4C2E-905B-6D3FC61C0D26}"/>
          </ac:spMkLst>
        </pc:spChg>
        <pc:picChg chg="del">
          <ac:chgData name="Kevin Silva Zarate" userId="7d82c508-2853-4b59-9e5c-b30133e101aa" providerId="ADAL" clId="{35DDC5AD-E524-4961-BD2C-D559B88AA425}" dt="2022-09-04T17:26:53.097" v="280" actId="478"/>
          <ac:picMkLst>
            <pc:docMk/>
            <pc:sldMk cId="2154978921" sldId="266"/>
            <ac:picMk id="14" creationId="{492D1A90-4A6B-4770-B71A-87AF9FEC7A8B}"/>
          </ac:picMkLst>
        </pc:picChg>
        <pc:picChg chg="add mod">
          <ac:chgData name="Kevin Silva Zarate" userId="7d82c508-2853-4b59-9e5c-b30133e101aa" providerId="ADAL" clId="{35DDC5AD-E524-4961-BD2C-D559B88AA425}" dt="2022-09-04T17:26:53.552" v="281"/>
          <ac:picMkLst>
            <pc:docMk/>
            <pc:sldMk cId="2154978921" sldId="266"/>
            <ac:picMk id="17" creationId="{E3624716-9919-41DD-BFC6-19AE1EEC4340}"/>
          </ac:picMkLst>
        </pc:picChg>
        <pc:picChg chg="add mod">
          <ac:chgData name="Kevin Silva Zarate" userId="7d82c508-2853-4b59-9e5c-b30133e101aa" providerId="ADAL" clId="{35DDC5AD-E524-4961-BD2C-D559B88AA425}" dt="2022-09-04T17:26:53.552" v="281"/>
          <ac:picMkLst>
            <pc:docMk/>
            <pc:sldMk cId="2154978921" sldId="266"/>
            <ac:picMk id="18" creationId="{8FA37AC9-CF26-48E1-8EF1-5106588C8AFB}"/>
          </ac:picMkLst>
        </pc:picChg>
        <pc:picChg chg="add mod">
          <ac:chgData name="Kevin Silva Zarate" userId="7d82c508-2853-4b59-9e5c-b30133e101aa" providerId="ADAL" clId="{35DDC5AD-E524-4961-BD2C-D559B88AA425}" dt="2022-09-04T17:26:53.552" v="281"/>
          <ac:picMkLst>
            <pc:docMk/>
            <pc:sldMk cId="2154978921" sldId="266"/>
            <ac:picMk id="19" creationId="{C5FFD785-A8F1-429E-9475-F1BE977D5F4C}"/>
          </ac:picMkLst>
        </pc:picChg>
        <pc:picChg chg="add mod">
          <ac:chgData name="Kevin Silva Zarate" userId="7d82c508-2853-4b59-9e5c-b30133e101aa" providerId="ADAL" clId="{35DDC5AD-E524-4961-BD2C-D559B88AA425}" dt="2022-09-04T17:26:53.552" v="281"/>
          <ac:picMkLst>
            <pc:docMk/>
            <pc:sldMk cId="2154978921" sldId="266"/>
            <ac:picMk id="20" creationId="{3B0FA941-91E7-4BB8-9D69-221E8CE269A9}"/>
          </ac:picMkLst>
        </pc:picChg>
        <pc:picChg chg="del">
          <ac:chgData name="Kevin Silva Zarate" userId="7d82c508-2853-4b59-9e5c-b30133e101aa" providerId="ADAL" clId="{35DDC5AD-E524-4961-BD2C-D559B88AA425}" dt="2022-09-04T17:26:51.102" v="279" actId="478"/>
          <ac:picMkLst>
            <pc:docMk/>
            <pc:sldMk cId="2154978921" sldId="266"/>
            <ac:picMk id="2050" creationId="{5464290F-0DEB-400C-86EE-A5FAECAD95E7}"/>
          </ac:picMkLst>
        </pc:picChg>
        <pc:picChg chg="del">
          <ac:chgData name="Kevin Silva Zarate" userId="7d82c508-2853-4b59-9e5c-b30133e101aa" providerId="ADAL" clId="{35DDC5AD-E524-4961-BD2C-D559B88AA425}" dt="2022-09-04T17:26:51.102" v="279" actId="478"/>
          <ac:picMkLst>
            <pc:docMk/>
            <pc:sldMk cId="2154978921" sldId="266"/>
            <ac:picMk id="2052" creationId="{1A31E28A-0105-4C3B-ADCE-A226278F9155}"/>
          </ac:picMkLst>
        </pc:picChg>
        <pc:picChg chg="del">
          <ac:chgData name="Kevin Silva Zarate" userId="7d82c508-2853-4b59-9e5c-b30133e101aa" providerId="ADAL" clId="{35DDC5AD-E524-4961-BD2C-D559B88AA425}" dt="2022-09-04T17:26:51.102" v="279" actId="478"/>
          <ac:picMkLst>
            <pc:docMk/>
            <pc:sldMk cId="2154978921" sldId="266"/>
            <ac:picMk id="2058" creationId="{4A58AA42-675C-43A1-AABC-A17217FF3FF0}"/>
          </ac:picMkLst>
        </pc:picChg>
        <pc:picChg chg="del">
          <ac:chgData name="Kevin Silva Zarate" userId="7d82c508-2853-4b59-9e5c-b30133e101aa" providerId="ADAL" clId="{35DDC5AD-E524-4961-BD2C-D559B88AA425}" dt="2022-09-04T17:26:51.102" v="279" actId="478"/>
          <ac:picMkLst>
            <pc:docMk/>
            <pc:sldMk cId="2154978921" sldId="266"/>
            <ac:picMk id="2062" creationId="{38C17B4C-94A0-4F83-816E-C8E24CAA9B07}"/>
          </ac:picMkLst>
        </pc:picChg>
      </pc:sldChg>
      <pc:sldChg chg="addSp delSp modSp add mod ord">
        <pc:chgData name="Kevin Silva Zarate" userId="7d82c508-2853-4b59-9e5c-b30133e101aa" providerId="ADAL" clId="{35DDC5AD-E524-4961-BD2C-D559B88AA425}" dt="2022-09-04T17:29:05.752" v="310" actId="1035"/>
        <pc:sldMkLst>
          <pc:docMk/>
          <pc:sldMk cId="2841029685" sldId="267"/>
        </pc:sldMkLst>
        <pc:spChg chg="del">
          <ac:chgData name="Kevin Silva Zarate" userId="7d82c508-2853-4b59-9e5c-b30133e101aa" providerId="ADAL" clId="{35DDC5AD-E524-4961-BD2C-D559B88AA425}" dt="2022-09-04T17:28:51.767" v="298" actId="478"/>
          <ac:spMkLst>
            <pc:docMk/>
            <pc:sldMk cId="2841029685" sldId="267"/>
            <ac:spMk id="11" creationId="{7461856F-7CE5-400A-98F1-1974D598DFAF}"/>
          </ac:spMkLst>
        </pc:spChg>
        <pc:spChg chg="add mod">
          <ac:chgData name="Kevin Silva Zarate" userId="7d82c508-2853-4b59-9e5c-b30133e101aa" providerId="ADAL" clId="{35DDC5AD-E524-4961-BD2C-D559B88AA425}" dt="2022-09-04T17:29:05.752" v="310" actId="1035"/>
          <ac:spMkLst>
            <pc:docMk/>
            <pc:sldMk cId="2841029685" sldId="267"/>
            <ac:spMk id="15" creationId="{6233F389-12C0-4A36-8450-D304CFD3B72A}"/>
          </ac:spMkLst>
        </pc:spChg>
      </pc:sldChg>
      <pc:sldChg chg="modSp new mod">
        <pc:chgData name="Kevin Silva Zarate" userId="7d82c508-2853-4b59-9e5c-b30133e101aa" providerId="ADAL" clId="{35DDC5AD-E524-4961-BD2C-D559B88AA425}" dt="2022-09-04T17:46:16.553" v="573" actId="20577"/>
        <pc:sldMkLst>
          <pc:docMk/>
          <pc:sldMk cId="2805895482" sldId="268"/>
        </pc:sldMkLst>
        <pc:spChg chg="mod">
          <ac:chgData name="Kevin Silva Zarate" userId="7d82c508-2853-4b59-9e5c-b30133e101aa" providerId="ADAL" clId="{35DDC5AD-E524-4961-BD2C-D559B88AA425}" dt="2022-09-04T17:31:41.253" v="351" actId="20577"/>
          <ac:spMkLst>
            <pc:docMk/>
            <pc:sldMk cId="2805895482" sldId="268"/>
            <ac:spMk id="2" creationId="{468B6ACA-3CB1-4808-95E9-B771F5171E7F}"/>
          </ac:spMkLst>
        </pc:spChg>
        <pc:spChg chg="mod">
          <ac:chgData name="Kevin Silva Zarate" userId="7d82c508-2853-4b59-9e5c-b30133e101aa" providerId="ADAL" clId="{35DDC5AD-E524-4961-BD2C-D559B88AA425}" dt="2022-09-04T17:46:16.553" v="573" actId="20577"/>
          <ac:spMkLst>
            <pc:docMk/>
            <pc:sldMk cId="2805895482" sldId="268"/>
            <ac:spMk id="3" creationId="{0DAED1B8-791B-47A5-A8A6-48E72B44EF8E}"/>
          </ac:spMkLst>
        </pc:spChg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2-09-04T14:12:35.278" idx="1">
    <p:pos x="1932" y="2996"/>
    <p:text>Se va a cambiar por otro que me van a enviar. 
Le dieron un reconocimiento..no se cuan valido sea, pero vende humo</p:text>
    <p:extLst>
      <p:ext uri="{C676402C-5697-4E1C-873F-D02D1690AC5C}">
        <p15:threadingInfo xmlns:p15="http://schemas.microsoft.com/office/powerpoint/2012/main" timeZoneBias="18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5750" y="1038186"/>
            <a:ext cx="3238500" cy="2208530"/>
          </a:xfrm>
        </p:spPr>
        <p:txBody>
          <a:bodyPr anchor="b"/>
          <a:lstStyle>
            <a:lvl1pPr algn="ctr">
              <a:defRPr sz="2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50" y="3331885"/>
            <a:ext cx="2857500" cy="1531580"/>
          </a:xfrm>
        </p:spPr>
        <p:txBody>
          <a:bodyPr/>
          <a:lstStyle>
            <a:lvl1pPr marL="0" indent="0" algn="ctr">
              <a:buNone/>
              <a:defRPr sz="1000"/>
            </a:lvl1pPr>
            <a:lvl2pPr marL="190515" indent="0" algn="ctr">
              <a:buNone/>
              <a:defRPr sz="833"/>
            </a:lvl2pPr>
            <a:lvl3pPr marL="381030" indent="0" algn="ctr">
              <a:buNone/>
              <a:defRPr sz="750"/>
            </a:lvl3pPr>
            <a:lvl4pPr marL="571546" indent="0" algn="ctr">
              <a:buNone/>
              <a:defRPr sz="667"/>
            </a:lvl4pPr>
            <a:lvl5pPr marL="762061" indent="0" algn="ctr">
              <a:buNone/>
              <a:defRPr sz="667"/>
            </a:lvl5pPr>
            <a:lvl6pPr marL="952576" indent="0" algn="ctr">
              <a:buNone/>
              <a:defRPr sz="667"/>
            </a:lvl6pPr>
            <a:lvl7pPr marL="1143091" indent="0" algn="ctr">
              <a:buNone/>
              <a:defRPr sz="667"/>
            </a:lvl7pPr>
            <a:lvl8pPr marL="1333607" indent="0" algn="ctr">
              <a:buNone/>
              <a:defRPr sz="667"/>
            </a:lvl8pPr>
            <a:lvl9pPr marL="1524122" indent="0" algn="ctr">
              <a:buNone/>
              <a:defRPr sz="667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61A1D-E0BA-4ACE-A799-3F7459F633CE}" type="datetimeFigureOut">
              <a:rPr lang="es-AR" smtClean="0"/>
              <a:t>3/9/2022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AB472-6667-4F2E-A585-5F4C20EAEC0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91237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61A1D-E0BA-4ACE-A799-3F7459F633CE}" type="datetimeFigureOut">
              <a:rPr lang="es-AR" smtClean="0"/>
              <a:t>3/9/2022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AB472-6667-4F2E-A585-5F4C20EAEC0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37184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953" y="1581509"/>
            <a:ext cx="3286125" cy="2638782"/>
          </a:xfrm>
        </p:spPr>
        <p:txBody>
          <a:bodyPr anchor="b"/>
          <a:lstStyle>
            <a:lvl1pPr>
              <a:defRPr sz="2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953" y="4245255"/>
            <a:ext cx="3286125" cy="1387673"/>
          </a:xfr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 marL="190515" indent="0">
              <a:buNone/>
              <a:defRPr sz="833">
                <a:solidFill>
                  <a:schemeClr val="tx1">
                    <a:tint val="75000"/>
                  </a:schemeClr>
                </a:solidFill>
              </a:defRPr>
            </a:lvl2pPr>
            <a:lvl3pPr marL="381030" indent="0">
              <a:buNone/>
              <a:defRPr sz="750">
                <a:solidFill>
                  <a:schemeClr val="tx1">
                    <a:tint val="75000"/>
                  </a:schemeClr>
                </a:solidFill>
              </a:defRPr>
            </a:lvl3pPr>
            <a:lvl4pPr marL="571546" indent="0">
              <a:buNone/>
              <a:defRPr sz="667">
                <a:solidFill>
                  <a:schemeClr val="tx1">
                    <a:tint val="75000"/>
                  </a:schemeClr>
                </a:solidFill>
              </a:defRPr>
            </a:lvl4pPr>
            <a:lvl5pPr marL="762061" indent="0">
              <a:buNone/>
              <a:defRPr sz="667">
                <a:solidFill>
                  <a:schemeClr val="tx1">
                    <a:tint val="75000"/>
                  </a:schemeClr>
                </a:solidFill>
              </a:defRPr>
            </a:lvl5pPr>
            <a:lvl6pPr marL="952576" indent="0">
              <a:buNone/>
              <a:defRPr sz="667">
                <a:solidFill>
                  <a:schemeClr val="tx1">
                    <a:tint val="75000"/>
                  </a:schemeClr>
                </a:solidFill>
              </a:defRPr>
            </a:lvl6pPr>
            <a:lvl7pPr marL="1143091" indent="0">
              <a:buNone/>
              <a:defRPr sz="667">
                <a:solidFill>
                  <a:schemeClr val="tx1">
                    <a:tint val="75000"/>
                  </a:schemeClr>
                </a:solidFill>
              </a:defRPr>
            </a:lvl7pPr>
            <a:lvl8pPr marL="1333607" indent="0">
              <a:buNone/>
              <a:defRPr sz="667">
                <a:solidFill>
                  <a:schemeClr val="tx1">
                    <a:tint val="75000"/>
                  </a:schemeClr>
                </a:solidFill>
              </a:defRPr>
            </a:lvl8pPr>
            <a:lvl9pPr marL="1524122" indent="0">
              <a:buNone/>
              <a:defRPr sz="6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61A1D-E0BA-4ACE-A799-3F7459F633CE}" type="datetimeFigureOut">
              <a:rPr lang="es-AR" smtClean="0"/>
              <a:t>3/9/2022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AB472-6667-4F2E-A585-5F4C20EAEC0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21263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1938" y="1688703"/>
            <a:ext cx="1619250" cy="40249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28813" y="1688703"/>
            <a:ext cx="1619250" cy="40249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61A1D-E0BA-4ACE-A799-3F7459F633CE}" type="datetimeFigureOut">
              <a:rPr lang="es-AR" smtClean="0"/>
              <a:t>3/9/2022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AB472-6667-4F2E-A585-5F4C20EAEC0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02385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2434" y="337742"/>
            <a:ext cx="3286125" cy="1226146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2434" y="1555076"/>
            <a:ext cx="1611808" cy="762119"/>
          </a:xfrm>
        </p:spPr>
        <p:txBody>
          <a:bodyPr anchor="b"/>
          <a:lstStyle>
            <a:lvl1pPr marL="0" indent="0">
              <a:buNone/>
              <a:defRPr sz="1000" b="1"/>
            </a:lvl1pPr>
            <a:lvl2pPr marL="190515" indent="0">
              <a:buNone/>
              <a:defRPr sz="833" b="1"/>
            </a:lvl2pPr>
            <a:lvl3pPr marL="381030" indent="0">
              <a:buNone/>
              <a:defRPr sz="750" b="1"/>
            </a:lvl3pPr>
            <a:lvl4pPr marL="571546" indent="0">
              <a:buNone/>
              <a:defRPr sz="667" b="1"/>
            </a:lvl4pPr>
            <a:lvl5pPr marL="762061" indent="0">
              <a:buNone/>
              <a:defRPr sz="667" b="1"/>
            </a:lvl5pPr>
            <a:lvl6pPr marL="952576" indent="0">
              <a:buNone/>
              <a:defRPr sz="667" b="1"/>
            </a:lvl6pPr>
            <a:lvl7pPr marL="1143091" indent="0">
              <a:buNone/>
              <a:defRPr sz="667" b="1"/>
            </a:lvl7pPr>
            <a:lvl8pPr marL="1333607" indent="0">
              <a:buNone/>
              <a:defRPr sz="667" b="1"/>
            </a:lvl8pPr>
            <a:lvl9pPr marL="1524122" indent="0">
              <a:buNone/>
              <a:defRPr sz="667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2434" y="2317194"/>
            <a:ext cx="1611808" cy="340824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928813" y="1555076"/>
            <a:ext cx="1619746" cy="762119"/>
          </a:xfrm>
        </p:spPr>
        <p:txBody>
          <a:bodyPr anchor="b"/>
          <a:lstStyle>
            <a:lvl1pPr marL="0" indent="0">
              <a:buNone/>
              <a:defRPr sz="1000" b="1"/>
            </a:lvl1pPr>
            <a:lvl2pPr marL="190515" indent="0">
              <a:buNone/>
              <a:defRPr sz="833" b="1"/>
            </a:lvl2pPr>
            <a:lvl3pPr marL="381030" indent="0">
              <a:buNone/>
              <a:defRPr sz="750" b="1"/>
            </a:lvl3pPr>
            <a:lvl4pPr marL="571546" indent="0">
              <a:buNone/>
              <a:defRPr sz="667" b="1"/>
            </a:lvl4pPr>
            <a:lvl5pPr marL="762061" indent="0">
              <a:buNone/>
              <a:defRPr sz="667" b="1"/>
            </a:lvl5pPr>
            <a:lvl6pPr marL="952576" indent="0">
              <a:buNone/>
              <a:defRPr sz="667" b="1"/>
            </a:lvl6pPr>
            <a:lvl7pPr marL="1143091" indent="0">
              <a:buNone/>
              <a:defRPr sz="667" b="1"/>
            </a:lvl7pPr>
            <a:lvl8pPr marL="1333607" indent="0">
              <a:buNone/>
              <a:defRPr sz="667" b="1"/>
            </a:lvl8pPr>
            <a:lvl9pPr marL="1524122" indent="0">
              <a:buNone/>
              <a:defRPr sz="667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928813" y="2317194"/>
            <a:ext cx="1619746" cy="340824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61A1D-E0BA-4ACE-A799-3F7459F633CE}" type="datetimeFigureOut">
              <a:rPr lang="es-AR" smtClean="0"/>
              <a:t>3/9/2022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AB472-6667-4F2E-A585-5F4C20EAEC0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27116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61A1D-E0BA-4ACE-A799-3F7459F633CE}" type="datetimeFigureOut">
              <a:rPr lang="es-AR" smtClean="0"/>
              <a:t>3/9/2022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AB472-6667-4F2E-A585-5F4C20EAEC0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32038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61A1D-E0BA-4ACE-A799-3F7459F633CE}" type="datetimeFigureOut">
              <a:rPr lang="es-AR" smtClean="0"/>
              <a:t>3/9/2022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AB472-6667-4F2E-A585-5F4C20EAEC0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39523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2434" y="422910"/>
            <a:ext cx="1228824" cy="1480185"/>
          </a:xfrm>
        </p:spPr>
        <p:txBody>
          <a:bodyPr anchor="b"/>
          <a:lstStyle>
            <a:lvl1pPr>
              <a:defRPr sz="1333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19746" y="913370"/>
            <a:ext cx="1928813" cy="4508103"/>
          </a:xfrm>
        </p:spPr>
        <p:txBody>
          <a:bodyPr/>
          <a:lstStyle>
            <a:lvl1pPr>
              <a:defRPr sz="1333"/>
            </a:lvl1pPr>
            <a:lvl2pPr>
              <a:defRPr sz="1167"/>
            </a:lvl2pPr>
            <a:lvl3pPr>
              <a:defRPr sz="1000"/>
            </a:lvl3pPr>
            <a:lvl4pPr>
              <a:defRPr sz="833"/>
            </a:lvl4pPr>
            <a:lvl5pPr>
              <a:defRPr sz="833"/>
            </a:lvl5pPr>
            <a:lvl6pPr>
              <a:defRPr sz="833"/>
            </a:lvl6pPr>
            <a:lvl7pPr>
              <a:defRPr sz="833"/>
            </a:lvl7pPr>
            <a:lvl8pPr>
              <a:defRPr sz="833"/>
            </a:lvl8pPr>
            <a:lvl9pPr>
              <a:defRPr sz="83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2434" y="1903095"/>
            <a:ext cx="1228824" cy="3525719"/>
          </a:xfrm>
        </p:spPr>
        <p:txBody>
          <a:bodyPr/>
          <a:lstStyle>
            <a:lvl1pPr marL="0" indent="0">
              <a:buNone/>
              <a:defRPr sz="667"/>
            </a:lvl1pPr>
            <a:lvl2pPr marL="190515" indent="0">
              <a:buNone/>
              <a:defRPr sz="583"/>
            </a:lvl2pPr>
            <a:lvl3pPr marL="381030" indent="0">
              <a:buNone/>
              <a:defRPr sz="500"/>
            </a:lvl3pPr>
            <a:lvl4pPr marL="571546" indent="0">
              <a:buNone/>
              <a:defRPr sz="417"/>
            </a:lvl4pPr>
            <a:lvl5pPr marL="762061" indent="0">
              <a:buNone/>
              <a:defRPr sz="417"/>
            </a:lvl5pPr>
            <a:lvl6pPr marL="952576" indent="0">
              <a:buNone/>
              <a:defRPr sz="417"/>
            </a:lvl6pPr>
            <a:lvl7pPr marL="1143091" indent="0">
              <a:buNone/>
              <a:defRPr sz="417"/>
            </a:lvl7pPr>
            <a:lvl8pPr marL="1333607" indent="0">
              <a:buNone/>
              <a:defRPr sz="417"/>
            </a:lvl8pPr>
            <a:lvl9pPr marL="1524122" indent="0">
              <a:buNone/>
              <a:defRPr sz="41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61A1D-E0BA-4ACE-A799-3F7459F633CE}" type="datetimeFigureOut">
              <a:rPr lang="es-AR" smtClean="0"/>
              <a:t>3/9/2022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AB472-6667-4F2E-A585-5F4C20EAEC0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74521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2434" y="422910"/>
            <a:ext cx="1228824" cy="1480185"/>
          </a:xfrm>
        </p:spPr>
        <p:txBody>
          <a:bodyPr anchor="b"/>
          <a:lstStyle>
            <a:lvl1pPr>
              <a:defRPr sz="1333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619746" y="913370"/>
            <a:ext cx="1928813" cy="4508103"/>
          </a:xfrm>
        </p:spPr>
        <p:txBody>
          <a:bodyPr anchor="t"/>
          <a:lstStyle>
            <a:lvl1pPr marL="0" indent="0">
              <a:buNone/>
              <a:defRPr sz="1333"/>
            </a:lvl1pPr>
            <a:lvl2pPr marL="190515" indent="0">
              <a:buNone/>
              <a:defRPr sz="1167"/>
            </a:lvl2pPr>
            <a:lvl3pPr marL="381030" indent="0">
              <a:buNone/>
              <a:defRPr sz="1000"/>
            </a:lvl3pPr>
            <a:lvl4pPr marL="571546" indent="0">
              <a:buNone/>
              <a:defRPr sz="833"/>
            </a:lvl4pPr>
            <a:lvl5pPr marL="762061" indent="0">
              <a:buNone/>
              <a:defRPr sz="833"/>
            </a:lvl5pPr>
            <a:lvl6pPr marL="952576" indent="0">
              <a:buNone/>
              <a:defRPr sz="833"/>
            </a:lvl6pPr>
            <a:lvl7pPr marL="1143091" indent="0">
              <a:buNone/>
              <a:defRPr sz="833"/>
            </a:lvl7pPr>
            <a:lvl8pPr marL="1333607" indent="0">
              <a:buNone/>
              <a:defRPr sz="833"/>
            </a:lvl8pPr>
            <a:lvl9pPr marL="1524122" indent="0">
              <a:buNone/>
              <a:defRPr sz="833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2434" y="1903095"/>
            <a:ext cx="1228824" cy="3525719"/>
          </a:xfrm>
        </p:spPr>
        <p:txBody>
          <a:bodyPr/>
          <a:lstStyle>
            <a:lvl1pPr marL="0" indent="0">
              <a:buNone/>
              <a:defRPr sz="667"/>
            </a:lvl1pPr>
            <a:lvl2pPr marL="190515" indent="0">
              <a:buNone/>
              <a:defRPr sz="583"/>
            </a:lvl2pPr>
            <a:lvl3pPr marL="381030" indent="0">
              <a:buNone/>
              <a:defRPr sz="500"/>
            </a:lvl3pPr>
            <a:lvl4pPr marL="571546" indent="0">
              <a:buNone/>
              <a:defRPr sz="417"/>
            </a:lvl4pPr>
            <a:lvl5pPr marL="762061" indent="0">
              <a:buNone/>
              <a:defRPr sz="417"/>
            </a:lvl5pPr>
            <a:lvl6pPr marL="952576" indent="0">
              <a:buNone/>
              <a:defRPr sz="417"/>
            </a:lvl6pPr>
            <a:lvl7pPr marL="1143091" indent="0">
              <a:buNone/>
              <a:defRPr sz="417"/>
            </a:lvl7pPr>
            <a:lvl8pPr marL="1333607" indent="0">
              <a:buNone/>
              <a:defRPr sz="417"/>
            </a:lvl8pPr>
            <a:lvl9pPr marL="1524122" indent="0">
              <a:buNone/>
              <a:defRPr sz="41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61A1D-E0BA-4ACE-A799-3F7459F633CE}" type="datetimeFigureOut">
              <a:rPr lang="es-AR" smtClean="0"/>
              <a:t>3/9/2022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AB472-6667-4F2E-A585-5F4C20EAEC0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2589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61A1D-E0BA-4ACE-A799-3F7459F633CE}" type="datetimeFigureOut">
              <a:rPr lang="es-AR" smtClean="0"/>
              <a:t>3/9/2022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AB472-6667-4F2E-A585-5F4C20EAEC0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78578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726532" y="337741"/>
            <a:ext cx="821531" cy="537595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1938" y="337741"/>
            <a:ext cx="2416969" cy="537595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61A1D-E0BA-4ACE-A799-3F7459F633CE}" type="datetimeFigureOut">
              <a:rPr lang="es-AR" smtClean="0"/>
              <a:t>3/9/2022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AB472-6667-4F2E-A585-5F4C20EAEC0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32574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938" y="337742"/>
            <a:ext cx="3286125" cy="12261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1938" y="1688703"/>
            <a:ext cx="3286125" cy="40249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1938" y="5879625"/>
            <a:ext cx="857250" cy="3377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F61A1D-E0BA-4ACE-A799-3F7459F633CE}" type="datetimeFigureOut">
              <a:rPr lang="es-AR" smtClean="0"/>
              <a:t>3/9/2022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62063" y="5879625"/>
            <a:ext cx="1285875" cy="3377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690813" y="5879625"/>
            <a:ext cx="857250" cy="3377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4AB472-6667-4F2E-A585-5F4C20EAEC0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32285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81030" rtl="0" eaLnBrk="1" latinLnBrk="0" hangingPunct="1">
        <a:lnSpc>
          <a:spcPct val="90000"/>
        </a:lnSpc>
        <a:spcBef>
          <a:spcPct val="0"/>
        </a:spcBef>
        <a:buNone/>
        <a:defRPr sz="18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5258" indent="-95258" algn="l" defTabSz="38103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167" kern="1200">
          <a:solidFill>
            <a:schemeClr val="tx1"/>
          </a:solidFill>
          <a:latin typeface="+mn-lt"/>
          <a:ea typeface="+mn-ea"/>
          <a:cs typeface="+mn-cs"/>
        </a:defRPr>
      </a:lvl1pPr>
      <a:lvl2pPr marL="285773" indent="-95258" algn="l" defTabSz="381030" rtl="0" eaLnBrk="1" latinLnBrk="0" hangingPunct="1">
        <a:lnSpc>
          <a:spcPct val="90000"/>
        </a:lnSpc>
        <a:spcBef>
          <a:spcPts val="208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76288" indent="-95258" algn="l" defTabSz="381030" rtl="0" eaLnBrk="1" latinLnBrk="0" hangingPunct="1">
        <a:lnSpc>
          <a:spcPct val="90000"/>
        </a:lnSpc>
        <a:spcBef>
          <a:spcPts val="208"/>
        </a:spcBef>
        <a:buFont typeface="Arial" panose="020B0604020202020204" pitchFamily="34" charset="0"/>
        <a:buChar char="•"/>
        <a:defRPr sz="833" kern="1200">
          <a:solidFill>
            <a:schemeClr val="tx1"/>
          </a:solidFill>
          <a:latin typeface="+mn-lt"/>
          <a:ea typeface="+mn-ea"/>
          <a:cs typeface="+mn-cs"/>
        </a:defRPr>
      </a:lvl3pPr>
      <a:lvl4pPr marL="666803" indent="-95258" algn="l" defTabSz="381030" rtl="0" eaLnBrk="1" latinLnBrk="0" hangingPunct="1">
        <a:lnSpc>
          <a:spcPct val="90000"/>
        </a:lnSpc>
        <a:spcBef>
          <a:spcPts val="208"/>
        </a:spcBef>
        <a:buFont typeface="Arial" panose="020B0604020202020204" pitchFamily="34" charset="0"/>
        <a:buChar char="•"/>
        <a:defRPr sz="750" kern="1200">
          <a:solidFill>
            <a:schemeClr val="tx1"/>
          </a:solidFill>
          <a:latin typeface="+mn-lt"/>
          <a:ea typeface="+mn-ea"/>
          <a:cs typeface="+mn-cs"/>
        </a:defRPr>
      </a:lvl4pPr>
      <a:lvl5pPr marL="857319" indent="-95258" algn="l" defTabSz="381030" rtl="0" eaLnBrk="1" latinLnBrk="0" hangingPunct="1">
        <a:lnSpc>
          <a:spcPct val="90000"/>
        </a:lnSpc>
        <a:spcBef>
          <a:spcPts val="208"/>
        </a:spcBef>
        <a:buFont typeface="Arial" panose="020B0604020202020204" pitchFamily="34" charset="0"/>
        <a:buChar char="•"/>
        <a:defRPr sz="750" kern="1200">
          <a:solidFill>
            <a:schemeClr val="tx1"/>
          </a:solidFill>
          <a:latin typeface="+mn-lt"/>
          <a:ea typeface="+mn-ea"/>
          <a:cs typeface="+mn-cs"/>
        </a:defRPr>
      </a:lvl5pPr>
      <a:lvl6pPr marL="1047834" indent="-95258" algn="l" defTabSz="381030" rtl="0" eaLnBrk="1" latinLnBrk="0" hangingPunct="1">
        <a:lnSpc>
          <a:spcPct val="90000"/>
        </a:lnSpc>
        <a:spcBef>
          <a:spcPts val="208"/>
        </a:spcBef>
        <a:buFont typeface="Arial" panose="020B0604020202020204" pitchFamily="34" charset="0"/>
        <a:buChar char="•"/>
        <a:defRPr sz="750" kern="1200">
          <a:solidFill>
            <a:schemeClr val="tx1"/>
          </a:solidFill>
          <a:latin typeface="+mn-lt"/>
          <a:ea typeface="+mn-ea"/>
          <a:cs typeface="+mn-cs"/>
        </a:defRPr>
      </a:lvl6pPr>
      <a:lvl7pPr marL="1238349" indent="-95258" algn="l" defTabSz="381030" rtl="0" eaLnBrk="1" latinLnBrk="0" hangingPunct="1">
        <a:lnSpc>
          <a:spcPct val="90000"/>
        </a:lnSpc>
        <a:spcBef>
          <a:spcPts val="208"/>
        </a:spcBef>
        <a:buFont typeface="Arial" panose="020B0604020202020204" pitchFamily="34" charset="0"/>
        <a:buChar char="•"/>
        <a:defRPr sz="750" kern="1200">
          <a:solidFill>
            <a:schemeClr val="tx1"/>
          </a:solidFill>
          <a:latin typeface="+mn-lt"/>
          <a:ea typeface="+mn-ea"/>
          <a:cs typeface="+mn-cs"/>
        </a:defRPr>
      </a:lvl7pPr>
      <a:lvl8pPr marL="1428864" indent="-95258" algn="l" defTabSz="381030" rtl="0" eaLnBrk="1" latinLnBrk="0" hangingPunct="1">
        <a:lnSpc>
          <a:spcPct val="90000"/>
        </a:lnSpc>
        <a:spcBef>
          <a:spcPts val="208"/>
        </a:spcBef>
        <a:buFont typeface="Arial" panose="020B0604020202020204" pitchFamily="34" charset="0"/>
        <a:buChar char="•"/>
        <a:defRPr sz="750" kern="1200">
          <a:solidFill>
            <a:schemeClr val="tx1"/>
          </a:solidFill>
          <a:latin typeface="+mn-lt"/>
          <a:ea typeface="+mn-ea"/>
          <a:cs typeface="+mn-cs"/>
        </a:defRPr>
      </a:lvl8pPr>
      <a:lvl9pPr marL="1619380" indent="-95258" algn="l" defTabSz="381030" rtl="0" eaLnBrk="1" latinLnBrk="0" hangingPunct="1">
        <a:lnSpc>
          <a:spcPct val="90000"/>
        </a:lnSpc>
        <a:spcBef>
          <a:spcPts val="208"/>
        </a:spcBef>
        <a:buFont typeface="Arial" panose="020B0604020202020204" pitchFamily="34" charset="0"/>
        <a:buChar char="•"/>
        <a:defRPr sz="7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1030" rtl="0" eaLnBrk="1" latinLnBrk="0" hangingPunct="1">
        <a:defRPr sz="750" kern="1200">
          <a:solidFill>
            <a:schemeClr val="tx1"/>
          </a:solidFill>
          <a:latin typeface="+mn-lt"/>
          <a:ea typeface="+mn-ea"/>
          <a:cs typeface="+mn-cs"/>
        </a:defRPr>
      </a:lvl1pPr>
      <a:lvl2pPr marL="190515" algn="l" defTabSz="381030" rtl="0" eaLnBrk="1" latinLnBrk="0" hangingPunct="1">
        <a:defRPr sz="750" kern="1200">
          <a:solidFill>
            <a:schemeClr val="tx1"/>
          </a:solidFill>
          <a:latin typeface="+mn-lt"/>
          <a:ea typeface="+mn-ea"/>
          <a:cs typeface="+mn-cs"/>
        </a:defRPr>
      </a:lvl2pPr>
      <a:lvl3pPr marL="381030" algn="l" defTabSz="381030" rtl="0" eaLnBrk="1" latinLnBrk="0" hangingPunct="1">
        <a:defRPr sz="750" kern="1200">
          <a:solidFill>
            <a:schemeClr val="tx1"/>
          </a:solidFill>
          <a:latin typeface="+mn-lt"/>
          <a:ea typeface="+mn-ea"/>
          <a:cs typeface="+mn-cs"/>
        </a:defRPr>
      </a:lvl3pPr>
      <a:lvl4pPr marL="571546" algn="l" defTabSz="381030" rtl="0" eaLnBrk="1" latinLnBrk="0" hangingPunct="1">
        <a:defRPr sz="750" kern="1200">
          <a:solidFill>
            <a:schemeClr val="tx1"/>
          </a:solidFill>
          <a:latin typeface="+mn-lt"/>
          <a:ea typeface="+mn-ea"/>
          <a:cs typeface="+mn-cs"/>
        </a:defRPr>
      </a:lvl4pPr>
      <a:lvl5pPr marL="762061" algn="l" defTabSz="381030" rtl="0" eaLnBrk="1" latinLnBrk="0" hangingPunct="1">
        <a:defRPr sz="750" kern="1200">
          <a:solidFill>
            <a:schemeClr val="tx1"/>
          </a:solidFill>
          <a:latin typeface="+mn-lt"/>
          <a:ea typeface="+mn-ea"/>
          <a:cs typeface="+mn-cs"/>
        </a:defRPr>
      </a:lvl5pPr>
      <a:lvl6pPr marL="952576" algn="l" defTabSz="381030" rtl="0" eaLnBrk="1" latinLnBrk="0" hangingPunct="1">
        <a:defRPr sz="750" kern="1200">
          <a:solidFill>
            <a:schemeClr val="tx1"/>
          </a:solidFill>
          <a:latin typeface="+mn-lt"/>
          <a:ea typeface="+mn-ea"/>
          <a:cs typeface="+mn-cs"/>
        </a:defRPr>
      </a:lvl6pPr>
      <a:lvl7pPr marL="1143091" algn="l" defTabSz="381030" rtl="0" eaLnBrk="1" latinLnBrk="0" hangingPunct="1">
        <a:defRPr sz="750" kern="1200">
          <a:solidFill>
            <a:schemeClr val="tx1"/>
          </a:solidFill>
          <a:latin typeface="+mn-lt"/>
          <a:ea typeface="+mn-ea"/>
          <a:cs typeface="+mn-cs"/>
        </a:defRPr>
      </a:lvl7pPr>
      <a:lvl8pPr marL="1333607" algn="l" defTabSz="381030" rtl="0" eaLnBrk="1" latinLnBrk="0" hangingPunct="1">
        <a:defRPr sz="750" kern="1200">
          <a:solidFill>
            <a:schemeClr val="tx1"/>
          </a:solidFill>
          <a:latin typeface="+mn-lt"/>
          <a:ea typeface="+mn-ea"/>
          <a:cs typeface="+mn-cs"/>
        </a:defRPr>
      </a:lvl8pPr>
      <a:lvl9pPr marL="1524122" algn="l" defTabSz="381030" rtl="0" eaLnBrk="1" latinLnBrk="0" hangingPunct="1">
        <a:defRPr sz="7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5.jpeg"/><Relationship Id="rId7" Type="http://schemas.openxmlformats.org/officeDocument/2006/relationships/image" Target="../media/image8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11" Type="http://schemas.openxmlformats.org/officeDocument/2006/relationships/image" Target="../media/image12.jpeg"/><Relationship Id="rId5" Type="http://schemas.openxmlformats.org/officeDocument/2006/relationships/image" Target="../media/image7.jpeg"/><Relationship Id="rId10" Type="http://schemas.openxmlformats.org/officeDocument/2006/relationships/image" Target="../media/image11.jpeg"/><Relationship Id="rId4" Type="http://schemas.openxmlformats.org/officeDocument/2006/relationships/image" Target="../media/image6.jpeg"/><Relationship Id="rId9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jp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4.jpg"/><Relationship Id="rId7" Type="http://schemas.openxmlformats.org/officeDocument/2006/relationships/image" Target="../media/image1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jp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4.jpg"/><Relationship Id="rId7" Type="http://schemas.openxmlformats.org/officeDocument/2006/relationships/image" Target="../media/image1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comments" Target="../comments/comment1.xml"/><Relationship Id="rId4" Type="http://schemas.openxmlformats.org/officeDocument/2006/relationships/image" Target="../media/image19.png"/><Relationship Id="rId9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4.jpg"/><Relationship Id="rId7" Type="http://schemas.openxmlformats.org/officeDocument/2006/relationships/image" Target="../media/image1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9.png"/><Relationship Id="rId9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maps/place/Cantina+Patio+La+Boca/@-34.6393215,-58.3642379,15z/data=!4m5!3m4!1s0x0:0xb067366ccb44f828!8m2!3d-34.6393215!4d-58.3642379" TargetMode="External"/><Relationship Id="rId2" Type="http://schemas.openxmlformats.org/officeDocument/2006/relationships/hyperlink" Target="https://www.instagram.com/patio.laboca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s.restaurantguru.com/Cantina-Patio-La-Boca-Buenos-Aires" TargetMode="External"/><Relationship Id="rId5" Type="http://schemas.openxmlformats.org/officeDocument/2006/relationships/hyperlink" Target="https://goo.gl/maps/5FNq97pD52yruc4YA" TargetMode="External"/><Relationship Id="rId4" Type="http://schemas.openxmlformats.org/officeDocument/2006/relationships/hyperlink" Target="https://api.whatsapp.com/send?phone=5491139542225&amp;text=Hola!%20me%20contacto%20por%20una%20reserva%20o%20consulta%20respecto%20a%20Cantina%20Patio%20La%20Boca%20%F0%9F%8D%B7%F0%9F%8D%96%F0%9F%98%8B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 descr="Imagen que contiene persona, exterior, comida, tabla&#10;&#10;Descripción generada automáticamente">
            <a:extLst>
              <a:ext uri="{FF2B5EF4-FFF2-40B4-BE49-F238E27FC236}">
                <a16:creationId xmlns:a16="http://schemas.microsoft.com/office/drawing/2014/main" id="{67F39728-11F7-4D33-A2A7-09EB13E0F2C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51" r="40445"/>
          <a:stretch/>
        </p:blipFill>
        <p:spPr>
          <a:xfrm rot="16200000">
            <a:off x="496613" y="-4944784"/>
            <a:ext cx="2816780" cy="12192002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B3AE7430-9551-419D-99AA-7E3230B8639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278" r="1887" b="31794"/>
          <a:stretch/>
        </p:blipFill>
        <p:spPr>
          <a:xfrm>
            <a:off x="-4191001" y="2559609"/>
            <a:ext cx="12192002" cy="404121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E94F4FCA-3FE7-4026-881D-CF015F8A96E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278" r="72076" b="31794"/>
          <a:stretch/>
        </p:blipFill>
        <p:spPr>
          <a:xfrm>
            <a:off x="-4191002" y="2559607"/>
            <a:ext cx="3470033" cy="4041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354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B3AE7430-9551-419D-99AA-7E3230B8639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278" r="1887" b="31794"/>
          <a:stretch/>
        </p:blipFill>
        <p:spPr>
          <a:xfrm>
            <a:off x="-4191001" y="-287533"/>
            <a:ext cx="12192002" cy="404121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E94F4FCA-3FE7-4026-881D-CF015F8A96E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278" r="72076" b="31794"/>
          <a:stretch/>
        </p:blipFill>
        <p:spPr>
          <a:xfrm>
            <a:off x="-4191002" y="-284408"/>
            <a:ext cx="3470033" cy="4041218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9514398A-89FE-408B-AAED-A21453A900E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5471" t="9278" r="1887" b="31794"/>
          <a:stretch/>
        </p:blipFill>
        <p:spPr>
          <a:xfrm>
            <a:off x="-720968" y="-284409"/>
            <a:ext cx="1570888" cy="4041217"/>
          </a:xfrm>
          <a:prstGeom prst="rect">
            <a:avLst/>
          </a:prstGeom>
        </p:spPr>
      </p:pic>
      <p:pic>
        <p:nvPicPr>
          <p:cNvPr id="9" name="Imagen 8" descr="Imagen que contiene persona, exterior, comida, tabla&#10;&#10;Descripción generada automáticamente">
            <a:extLst>
              <a:ext uri="{FF2B5EF4-FFF2-40B4-BE49-F238E27FC236}">
                <a16:creationId xmlns:a16="http://schemas.microsoft.com/office/drawing/2014/main" id="{67F39728-11F7-4D33-A2A7-09EB13E0F2C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44" t="1021" r="30509"/>
          <a:stretch/>
        </p:blipFill>
        <p:spPr>
          <a:xfrm rot="16200000">
            <a:off x="3507607" y="-1883885"/>
            <a:ext cx="2890792" cy="6095999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0EB11EE2-BB94-4A2D-83EC-3EDDE900383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81" r="50000" b="-181"/>
          <a:stretch/>
        </p:blipFill>
        <p:spPr>
          <a:xfrm flipH="1">
            <a:off x="1905002" y="2668519"/>
            <a:ext cx="6096002" cy="301744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75FB3CA7-4919-435E-BB17-EF6FFE18A1B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1693" t="1436" r="807" b="-1436"/>
          <a:stretch/>
        </p:blipFill>
        <p:spPr>
          <a:xfrm>
            <a:off x="1905002" y="2707204"/>
            <a:ext cx="914400" cy="3017440"/>
          </a:xfrm>
          <a:prstGeom prst="rect">
            <a:avLst/>
          </a:prstGeom>
        </p:spPr>
      </p:pic>
      <p:pic>
        <p:nvPicPr>
          <p:cNvPr id="5" name="Imagen 4" descr="Un plato con comida&#10;&#10;Descripción generada automáticamente">
            <a:extLst>
              <a:ext uri="{FF2B5EF4-FFF2-40B4-BE49-F238E27FC236}">
                <a16:creationId xmlns:a16="http://schemas.microsoft.com/office/drawing/2014/main" id="{EE1CB24C-6042-4A43-B978-90AF638960C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912" b="30259"/>
          <a:stretch/>
        </p:blipFill>
        <p:spPr>
          <a:xfrm>
            <a:off x="-4191002" y="2609511"/>
            <a:ext cx="6096002" cy="3068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360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Un plato con comida&#10;&#10;Descripción generada automáticamente">
            <a:extLst>
              <a:ext uri="{FF2B5EF4-FFF2-40B4-BE49-F238E27FC236}">
                <a16:creationId xmlns:a16="http://schemas.microsoft.com/office/drawing/2014/main" id="{EE1CB24C-6042-4A43-B978-90AF638960C4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7" t="38536" r="443" b="35896"/>
          <a:stretch/>
        </p:blipFill>
        <p:spPr>
          <a:xfrm>
            <a:off x="-1704514" y="-361347"/>
            <a:ext cx="8578909" cy="3877520"/>
          </a:xfrm>
          <a:prstGeom prst="rect">
            <a:avLst/>
          </a:prstGeom>
        </p:spPr>
      </p:pic>
      <p:pic>
        <p:nvPicPr>
          <p:cNvPr id="4" name="Imagen 3" descr="Un plato con comida&#10;&#10;Descripción generada automáticamente">
            <a:extLst>
              <a:ext uri="{FF2B5EF4-FFF2-40B4-BE49-F238E27FC236}">
                <a16:creationId xmlns:a16="http://schemas.microsoft.com/office/drawing/2014/main" id="{16B63C2E-34B1-4363-A769-B4028A91E2E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6" t="37309" r="1024" b="29933"/>
          <a:stretch/>
        </p:blipFill>
        <p:spPr>
          <a:xfrm>
            <a:off x="-2144148" y="4203304"/>
            <a:ext cx="8600617" cy="3825239"/>
          </a:xfrm>
          <a:prstGeom prst="rect">
            <a:avLst/>
          </a:prstGeom>
        </p:spPr>
      </p:pic>
      <p:pic>
        <p:nvPicPr>
          <p:cNvPr id="7" name="Imagen 6" descr="Edificio con letrero en la calle&#10;&#10;Descripción generada automáticamente">
            <a:extLst>
              <a:ext uri="{FF2B5EF4-FFF2-40B4-BE49-F238E27FC236}">
                <a16:creationId xmlns:a16="http://schemas.microsoft.com/office/drawing/2014/main" id="{40BAD1D1-360F-40F0-9571-DBBA1C0678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3444" y="4599539"/>
            <a:ext cx="3857625" cy="6858000"/>
          </a:xfrm>
          <a:prstGeom prst="rect">
            <a:avLst/>
          </a:prstGeom>
        </p:spPr>
      </p:pic>
      <p:pic>
        <p:nvPicPr>
          <p:cNvPr id="14" name="Imagen 13" descr="Un plato con comida&#10;&#10;Descripción generada automáticamente">
            <a:extLst>
              <a:ext uri="{FF2B5EF4-FFF2-40B4-BE49-F238E27FC236}">
                <a16:creationId xmlns:a16="http://schemas.microsoft.com/office/drawing/2014/main" id="{B2484CCA-F8C7-48B7-B594-FE09B9FD54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430" y="-4873716"/>
            <a:ext cx="3855751" cy="6858000"/>
          </a:xfrm>
          <a:prstGeom prst="rect">
            <a:avLst/>
          </a:prstGeom>
        </p:spPr>
      </p:pic>
      <p:pic>
        <p:nvPicPr>
          <p:cNvPr id="16" name="Imagen 15" descr="Un plato de comida con verduras&#10;&#10;Descripción generada automáticamente">
            <a:extLst>
              <a:ext uri="{FF2B5EF4-FFF2-40B4-BE49-F238E27FC236}">
                <a16:creationId xmlns:a16="http://schemas.microsoft.com/office/drawing/2014/main" id="{77E4A07F-51F4-4166-989E-622626EE76E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969" r="567" b="38862"/>
          <a:stretch/>
        </p:blipFill>
        <p:spPr>
          <a:xfrm>
            <a:off x="-10805503" y="9889932"/>
            <a:ext cx="8600617" cy="3825240"/>
          </a:xfrm>
          <a:prstGeom prst="rect">
            <a:avLst/>
          </a:prstGeom>
        </p:spPr>
      </p:pic>
      <p:pic>
        <p:nvPicPr>
          <p:cNvPr id="18" name="Imagen 17" descr="Imagen que contiene persona, exterior, comida, tabla&#10;&#10;Descripción generada automáticamente">
            <a:extLst>
              <a:ext uri="{FF2B5EF4-FFF2-40B4-BE49-F238E27FC236}">
                <a16:creationId xmlns:a16="http://schemas.microsoft.com/office/drawing/2014/main" id="{EF544F92-AC36-4484-9C9A-BEB11ABC8B57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70" t="6282" r="31542" b="1794"/>
          <a:stretch/>
        </p:blipFill>
        <p:spPr>
          <a:xfrm rot="16200000">
            <a:off x="232685" y="6378070"/>
            <a:ext cx="3825239" cy="8578909"/>
          </a:xfrm>
          <a:prstGeom prst="rect">
            <a:avLst/>
          </a:prstGeom>
        </p:spPr>
      </p:pic>
      <p:pic>
        <p:nvPicPr>
          <p:cNvPr id="20" name="Imagen 19" descr="Un plato con un emparedado de carne&#10;&#10;Descripción generada automáticamente">
            <a:extLst>
              <a:ext uri="{FF2B5EF4-FFF2-40B4-BE49-F238E27FC236}">
                <a16:creationId xmlns:a16="http://schemas.microsoft.com/office/drawing/2014/main" id="{42012E9C-49C7-4409-9493-7DB4D4DD0E22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38" t="7453" r="2142" b="36769"/>
          <a:stretch/>
        </p:blipFill>
        <p:spPr>
          <a:xfrm>
            <a:off x="-10805503" y="6136011"/>
            <a:ext cx="8578910" cy="3825240"/>
          </a:xfrm>
          <a:prstGeom prst="rect">
            <a:avLst/>
          </a:prstGeom>
        </p:spPr>
      </p:pic>
      <p:pic>
        <p:nvPicPr>
          <p:cNvPr id="22" name="Imagen 21" descr="Comida en un plato&#10;&#10;Descripción generada automáticamente">
            <a:extLst>
              <a:ext uri="{FF2B5EF4-FFF2-40B4-BE49-F238E27FC236}">
                <a16:creationId xmlns:a16="http://schemas.microsoft.com/office/drawing/2014/main" id="{7FB6FED5-0B36-4FE1-B76A-B01F81F2C509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" t="25742" r="-287" b="40816"/>
          <a:stretch/>
        </p:blipFill>
        <p:spPr>
          <a:xfrm>
            <a:off x="-10805503" y="2124915"/>
            <a:ext cx="8578910" cy="3825240"/>
          </a:xfrm>
          <a:prstGeom prst="rect">
            <a:avLst/>
          </a:prstGeom>
        </p:spPr>
      </p:pic>
      <p:pic>
        <p:nvPicPr>
          <p:cNvPr id="24" name="Imagen 23" descr="Un plato con comida&#10;&#10;Descripción generada automáticamente">
            <a:extLst>
              <a:ext uri="{FF2B5EF4-FFF2-40B4-BE49-F238E27FC236}">
                <a16:creationId xmlns:a16="http://schemas.microsoft.com/office/drawing/2014/main" id="{E40BB535-D2A1-47FA-81CF-0DB31FF450D9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24" b="39135"/>
          <a:stretch/>
        </p:blipFill>
        <p:spPr>
          <a:xfrm>
            <a:off x="-10876335" y="-1758315"/>
            <a:ext cx="8578910" cy="3825240"/>
          </a:xfrm>
          <a:prstGeom prst="rect">
            <a:avLst/>
          </a:prstGeom>
        </p:spPr>
      </p:pic>
      <p:sp>
        <p:nvSpPr>
          <p:cNvPr id="25" name="CuadroTexto 24">
            <a:extLst>
              <a:ext uri="{FF2B5EF4-FFF2-40B4-BE49-F238E27FC236}">
                <a16:creationId xmlns:a16="http://schemas.microsoft.com/office/drawing/2014/main" id="{F09E8753-66A1-4F0E-83E3-6BEAB0D9C45B}"/>
              </a:ext>
            </a:extLst>
          </p:cNvPr>
          <p:cNvSpPr txBox="1"/>
          <p:nvPr/>
        </p:nvSpPr>
        <p:spPr>
          <a:xfrm>
            <a:off x="4495800" y="154305"/>
            <a:ext cx="676467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960" dirty="0"/>
              <a:t>Ancho</a:t>
            </a:r>
          </a:p>
          <a:p>
            <a:r>
              <a:rPr lang="es-AR" sz="960" dirty="0"/>
              <a:t>23,81	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AB1D5CD8-DB95-45C6-8EA8-E2FF2CC685D7}"/>
              </a:ext>
            </a:extLst>
          </p:cNvPr>
          <p:cNvSpPr txBox="1"/>
          <p:nvPr/>
        </p:nvSpPr>
        <p:spPr>
          <a:xfrm>
            <a:off x="4495800" y="-492026"/>
            <a:ext cx="676467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960" dirty="0"/>
              <a:t>Alto</a:t>
            </a:r>
          </a:p>
          <a:p>
            <a:r>
              <a:rPr lang="es-AR" sz="960" dirty="0"/>
              <a:t>10,59	</a:t>
            </a:r>
          </a:p>
        </p:txBody>
      </p:sp>
      <p:pic>
        <p:nvPicPr>
          <p:cNvPr id="28" name="Imagen 27" descr="Edificio con letrero en frente de un pared&#10;&#10;Descripción generada automáticamente con confianza baja">
            <a:extLst>
              <a:ext uri="{FF2B5EF4-FFF2-40B4-BE49-F238E27FC236}">
                <a16:creationId xmlns:a16="http://schemas.microsoft.com/office/drawing/2014/main" id="{A22A5A95-09FF-47B7-81AE-DEECFE5D73E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0203" y="-742081"/>
            <a:ext cx="3857627" cy="6858000"/>
          </a:xfrm>
          <a:prstGeom prst="rect">
            <a:avLst/>
          </a:prstGeom>
        </p:spPr>
      </p:pic>
      <p:pic>
        <p:nvPicPr>
          <p:cNvPr id="30" name="Imagen 29" descr="Un plato con ensalada&#10;&#10;Descripción generada automáticamente">
            <a:extLst>
              <a:ext uri="{FF2B5EF4-FFF2-40B4-BE49-F238E27FC236}">
                <a16:creationId xmlns:a16="http://schemas.microsoft.com/office/drawing/2014/main" id="{53D06DD7-2D38-42BC-BDFD-B3D7E3E42B85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45" t="27452" r="9716" b="44948"/>
          <a:stretch/>
        </p:blipFill>
        <p:spPr>
          <a:xfrm>
            <a:off x="-2165856" y="2782452"/>
            <a:ext cx="8600617" cy="3825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810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71506DD2-6CCF-4E99-AC5E-594820D6A59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3241"/>
          <a:stretch/>
        </p:blipFill>
        <p:spPr>
          <a:xfrm>
            <a:off x="-1" y="-1"/>
            <a:ext cx="3835401" cy="5692775"/>
          </a:xfrm>
          <a:prstGeom prst="rect">
            <a:avLst/>
          </a:prstGeom>
        </p:spPr>
      </p:pic>
      <p:pic>
        <p:nvPicPr>
          <p:cNvPr id="6" name="Imagen 5" descr="Edificio con letrero en frente de un pared&#10;&#10;Descripción generada automáticamente con confianza baja">
            <a:extLst>
              <a:ext uri="{FF2B5EF4-FFF2-40B4-BE49-F238E27FC236}">
                <a16:creationId xmlns:a16="http://schemas.microsoft.com/office/drawing/2014/main" id="{88EC3C08-CD57-4916-BAA1-9E6E4848543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6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73"/>
          <a:stretch/>
        </p:blipFill>
        <p:spPr>
          <a:xfrm>
            <a:off x="-1" y="1"/>
            <a:ext cx="3819649" cy="6343649"/>
          </a:xfrm>
          <a:prstGeom prst="rect">
            <a:avLst/>
          </a:prstGeom>
        </p:spPr>
      </p:pic>
      <p:sp>
        <p:nvSpPr>
          <p:cNvPr id="13" name="Rectángulo 12">
            <a:extLst>
              <a:ext uri="{FF2B5EF4-FFF2-40B4-BE49-F238E27FC236}">
                <a16:creationId xmlns:a16="http://schemas.microsoft.com/office/drawing/2014/main" id="{FE317594-4058-4769-A2C7-FD450272C743}"/>
              </a:ext>
            </a:extLst>
          </p:cNvPr>
          <p:cNvSpPr/>
          <p:nvPr/>
        </p:nvSpPr>
        <p:spPr>
          <a:xfrm>
            <a:off x="-1" y="-2"/>
            <a:ext cx="3819648" cy="6343649"/>
          </a:xfrm>
          <a:prstGeom prst="rect">
            <a:avLst/>
          </a:prstGeom>
          <a:solidFill>
            <a:srgbClr val="7D3327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461856F-7CE5-400A-98F1-1974D598DFAF}"/>
              </a:ext>
            </a:extLst>
          </p:cNvPr>
          <p:cNvSpPr txBox="1"/>
          <p:nvPr/>
        </p:nvSpPr>
        <p:spPr>
          <a:xfrm>
            <a:off x="-125129" y="78437"/>
            <a:ext cx="41378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7200" dirty="0">
                <a:solidFill>
                  <a:schemeClr val="bg1"/>
                </a:solidFill>
                <a:latin typeface="Brush Script MT" panose="03060802040406070304" pitchFamily="66" charset="0"/>
              </a:rPr>
              <a:t>Bienvenidos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1A31E28A-0105-4C3B-ADCE-A226278F91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7031" y="3820571"/>
            <a:ext cx="671331" cy="675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Cartão de Avaliação - Trinity Plus">
            <a:extLst>
              <a:ext uri="{FF2B5EF4-FFF2-40B4-BE49-F238E27FC236}">
                <a16:creationId xmlns:a16="http://schemas.microsoft.com/office/drawing/2014/main" id="{4A58AA42-675C-43A1-AABC-A17217FF3F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6049" y="3820571"/>
            <a:ext cx="675527" cy="675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Instagram Logo - PNG y Vector">
            <a:extLst>
              <a:ext uri="{FF2B5EF4-FFF2-40B4-BE49-F238E27FC236}">
                <a16:creationId xmlns:a16="http://schemas.microsoft.com/office/drawing/2014/main" id="{5464290F-0DEB-400C-86EE-A5FAECAD95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186" y="3822809"/>
            <a:ext cx="671331" cy="671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▷ Potencia tu SEO local con las reseñas Google My Business">
            <a:extLst>
              <a:ext uri="{FF2B5EF4-FFF2-40B4-BE49-F238E27FC236}">
                <a16:creationId xmlns:a16="http://schemas.microsoft.com/office/drawing/2014/main" id="{38C17B4C-94A0-4F83-816E-C8E24CAA9B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496" y="4793396"/>
            <a:ext cx="1309598" cy="654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upo 2">
            <a:extLst>
              <a:ext uri="{FF2B5EF4-FFF2-40B4-BE49-F238E27FC236}">
                <a16:creationId xmlns:a16="http://schemas.microsoft.com/office/drawing/2014/main" id="{49BA0A53-2F0A-4C5C-AF21-B849D80EB5DA}"/>
              </a:ext>
            </a:extLst>
          </p:cNvPr>
          <p:cNvGrpSpPr/>
          <p:nvPr/>
        </p:nvGrpSpPr>
        <p:grpSpPr>
          <a:xfrm>
            <a:off x="808388" y="1250775"/>
            <a:ext cx="2270845" cy="2270845"/>
            <a:chOff x="870965" y="1338782"/>
            <a:chExt cx="2270845" cy="2270845"/>
          </a:xfrm>
        </p:grpSpPr>
        <p:sp>
          <p:nvSpPr>
            <p:cNvPr id="2" name="Diagrama de flujo: conector 1">
              <a:extLst>
                <a:ext uri="{FF2B5EF4-FFF2-40B4-BE49-F238E27FC236}">
                  <a16:creationId xmlns:a16="http://schemas.microsoft.com/office/drawing/2014/main" id="{082EDFB3-36CA-4138-A12B-D0F9F242F983}"/>
                </a:ext>
              </a:extLst>
            </p:cNvPr>
            <p:cNvSpPr/>
            <p:nvPr/>
          </p:nvSpPr>
          <p:spPr>
            <a:xfrm>
              <a:off x="955087" y="1458814"/>
              <a:ext cx="2102600" cy="2031981"/>
            </a:xfrm>
            <a:prstGeom prst="flowChartConnector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pic>
          <p:nvPicPr>
            <p:cNvPr id="10" name="Imagen 9" descr="Logotipo&#10;&#10;Descripción generada automáticamente">
              <a:extLst>
                <a:ext uri="{FF2B5EF4-FFF2-40B4-BE49-F238E27FC236}">
                  <a16:creationId xmlns:a16="http://schemas.microsoft.com/office/drawing/2014/main" id="{E8FA16B6-CB54-4423-AC59-1043C4E590D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0965" y="1338782"/>
              <a:ext cx="2270845" cy="2270845"/>
            </a:xfrm>
            <a:prstGeom prst="rect">
              <a:avLst/>
            </a:prstGeom>
          </p:spPr>
        </p:pic>
      </p:grpSp>
      <p:pic>
        <p:nvPicPr>
          <p:cNvPr id="14" name="Picture 4" descr="Churrasqueira Al's">
            <a:extLst>
              <a:ext uri="{FF2B5EF4-FFF2-40B4-BE49-F238E27FC236}">
                <a16:creationId xmlns:a16="http://schemas.microsoft.com/office/drawing/2014/main" id="{492D1A90-4A6B-4770-B71A-87AF9FEC7A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2736" y="4436317"/>
            <a:ext cx="1882360" cy="1407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333B4D5C-E036-497C-B2EF-CB01DA16440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7158" b="3749"/>
          <a:stretch/>
        </p:blipFill>
        <p:spPr>
          <a:xfrm>
            <a:off x="-2" y="5557520"/>
            <a:ext cx="3835401" cy="623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593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71506DD2-6CCF-4E99-AC5E-594820D6A59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3241"/>
          <a:stretch/>
        </p:blipFill>
        <p:spPr>
          <a:xfrm>
            <a:off x="-1" y="-1"/>
            <a:ext cx="3835401" cy="5692775"/>
          </a:xfrm>
          <a:prstGeom prst="rect">
            <a:avLst/>
          </a:prstGeom>
        </p:spPr>
      </p:pic>
      <p:pic>
        <p:nvPicPr>
          <p:cNvPr id="6" name="Imagen 5" descr="Edificio con letrero en frente de un pared&#10;&#10;Descripción generada automáticamente con confianza baja">
            <a:extLst>
              <a:ext uri="{FF2B5EF4-FFF2-40B4-BE49-F238E27FC236}">
                <a16:creationId xmlns:a16="http://schemas.microsoft.com/office/drawing/2014/main" id="{88EC3C08-CD57-4916-BAA1-9E6E4848543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6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73"/>
          <a:stretch/>
        </p:blipFill>
        <p:spPr>
          <a:xfrm>
            <a:off x="-1" y="1"/>
            <a:ext cx="3819649" cy="6343649"/>
          </a:xfrm>
          <a:prstGeom prst="rect">
            <a:avLst/>
          </a:prstGeom>
        </p:spPr>
      </p:pic>
      <p:grpSp>
        <p:nvGrpSpPr>
          <p:cNvPr id="3" name="Grupo 2">
            <a:extLst>
              <a:ext uri="{FF2B5EF4-FFF2-40B4-BE49-F238E27FC236}">
                <a16:creationId xmlns:a16="http://schemas.microsoft.com/office/drawing/2014/main" id="{49BA0A53-2F0A-4C5C-AF21-B849D80EB5DA}"/>
              </a:ext>
            </a:extLst>
          </p:cNvPr>
          <p:cNvGrpSpPr/>
          <p:nvPr/>
        </p:nvGrpSpPr>
        <p:grpSpPr>
          <a:xfrm>
            <a:off x="808388" y="1250775"/>
            <a:ext cx="2270845" cy="2270845"/>
            <a:chOff x="870965" y="1338782"/>
            <a:chExt cx="2270845" cy="2270845"/>
          </a:xfrm>
        </p:grpSpPr>
        <p:sp>
          <p:nvSpPr>
            <p:cNvPr id="2" name="Diagrama de flujo: conector 1">
              <a:extLst>
                <a:ext uri="{FF2B5EF4-FFF2-40B4-BE49-F238E27FC236}">
                  <a16:creationId xmlns:a16="http://schemas.microsoft.com/office/drawing/2014/main" id="{082EDFB3-36CA-4138-A12B-D0F9F242F983}"/>
                </a:ext>
              </a:extLst>
            </p:cNvPr>
            <p:cNvSpPr/>
            <p:nvPr/>
          </p:nvSpPr>
          <p:spPr>
            <a:xfrm>
              <a:off x="955087" y="1458814"/>
              <a:ext cx="2102600" cy="2031981"/>
            </a:xfrm>
            <a:prstGeom prst="flowChartConnector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pic>
          <p:nvPicPr>
            <p:cNvPr id="10" name="Imagen 9" descr="Logotipo&#10;&#10;Descripción generada automáticamente">
              <a:extLst>
                <a:ext uri="{FF2B5EF4-FFF2-40B4-BE49-F238E27FC236}">
                  <a16:creationId xmlns:a16="http://schemas.microsoft.com/office/drawing/2014/main" id="{E8FA16B6-CB54-4423-AC59-1043C4E590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0965" y="1338782"/>
              <a:ext cx="2270845" cy="2270845"/>
            </a:xfrm>
            <a:prstGeom prst="rect">
              <a:avLst/>
            </a:prstGeom>
          </p:spPr>
        </p:pic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333B4D5C-E036-497C-B2EF-CB01DA16440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7158" b="3749"/>
          <a:stretch/>
        </p:blipFill>
        <p:spPr>
          <a:xfrm>
            <a:off x="-2" y="5557520"/>
            <a:ext cx="3835401" cy="623570"/>
          </a:xfrm>
          <a:prstGeom prst="rect">
            <a:avLst/>
          </a:prstGeom>
        </p:spPr>
      </p:pic>
      <p:sp>
        <p:nvSpPr>
          <p:cNvPr id="15" name="Rectángulo 14">
            <a:extLst>
              <a:ext uri="{FF2B5EF4-FFF2-40B4-BE49-F238E27FC236}">
                <a16:creationId xmlns:a16="http://schemas.microsoft.com/office/drawing/2014/main" id="{55717857-A1D1-4F0E-BFFC-C72A414A0FF8}"/>
              </a:ext>
            </a:extLst>
          </p:cNvPr>
          <p:cNvSpPr/>
          <p:nvPr/>
        </p:nvSpPr>
        <p:spPr>
          <a:xfrm>
            <a:off x="1" y="3854139"/>
            <a:ext cx="3810000" cy="796365"/>
          </a:xfrm>
          <a:prstGeom prst="rect">
            <a:avLst/>
          </a:prstGeom>
          <a:solidFill>
            <a:srgbClr val="7D3327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7525BAF8-52D1-4B2A-97E9-1324E2BF8480}"/>
              </a:ext>
            </a:extLst>
          </p:cNvPr>
          <p:cNvSpPr/>
          <p:nvPr/>
        </p:nvSpPr>
        <p:spPr>
          <a:xfrm>
            <a:off x="0" y="345642"/>
            <a:ext cx="3835399" cy="796365"/>
          </a:xfrm>
          <a:prstGeom prst="rect">
            <a:avLst/>
          </a:prstGeom>
          <a:solidFill>
            <a:srgbClr val="7D3327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17" name="Picture 4">
            <a:extLst>
              <a:ext uri="{FF2B5EF4-FFF2-40B4-BE49-F238E27FC236}">
                <a16:creationId xmlns:a16="http://schemas.microsoft.com/office/drawing/2014/main" id="{E3624716-9919-41DD-BFC6-19AE1EEC43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7031" y="3912011"/>
            <a:ext cx="671331" cy="675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0" descr="Cartão de Avaliação - Trinity Plus">
            <a:extLst>
              <a:ext uri="{FF2B5EF4-FFF2-40B4-BE49-F238E27FC236}">
                <a16:creationId xmlns:a16="http://schemas.microsoft.com/office/drawing/2014/main" id="{8FA37AC9-CF26-48E1-8EF1-5106588C8A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6049" y="3912011"/>
            <a:ext cx="675527" cy="675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Instagram Logo - PNG y Vector">
            <a:extLst>
              <a:ext uri="{FF2B5EF4-FFF2-40B4-BE49-F238E27FC236}">
                <a16:creationId xmlns:a16="http://schemas.microsoft.com/office/drawing/2014/main" id="{C5FFD785-A8F1-429E-9475-F1BE977D5F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186" y="3914249"/>
            <a:ext cx="671331" cy="671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4" descr="▷ Potencia tu SEO local con las reseñas Google My Business">
            <a:extLst>
              <a:ext uri="{FF2B5EF4-FFF2-40B4-BE49-F238E27FC236}">
                <a16:creationId xmlns:a16="http://schemas.microsoft.com/office/drawing/2014/main" id="{3B0FA941-91E7-4BB8-9D69-221E8CE269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7517" y="4832833"/>
            <a:ext cx="1309598" cy="654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7AF07862-6691-4C2E-905B-6D3FC61C0D26}"/>
              </a:ext>
            </a:extLst>
          </p:cNvPr>
          <p:cNvSpPr txBox="1"/>
          <p:nvPr/>
        </p:nvSpPr>
        <p:spPr>
          <a:xfrm>
            <a:off x="-163941" y="296511"/>
            <a:ext cx="413788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6600" dirty="0">
                <a:solidFill>
                  <a:schemeClr val="bg1"/>
                </a:solidFill>
                <a:latin typeface="Blackadder ITC" panose="04020505051007020D02" pitchFamily="82" charset="0"/>
              </a:rPr>
              <a:t>Bienvenidos</a:t>
            </a:r>
          </a:p>
        </p:txBody>
      </p:sp>
    </p:spTree>
    <p:extLst>
      <p:ext uri="{BB962C8B-B14F-4D97-AF65-F5344CB8AC3E}">
        <p14:creationId xmlns:p14="http://schemas.microsoft.com/office/powerpoint/2010/main" val="2154978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71506DD2-6CCF-4E99-AC5E-594820D6A59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3241"/>
          <a:stretch/>
        </p:blipFill>
        <p:spPr>
          <a:xfrm>
            <a:off x="-1" y="-1"/>
            <a:ext cx="3835401" cy="5692775"/>
          </a:xfrm>
          <a:prstGeom prst="rect">
            <a:avLst/>
          </a:prstGeom>
        </p:spPr>
      </p:pic>
      <p:pic>
        <p:nvPicPr>
          <p:cNvPr id="6" name="Imagen 5" descr="Edificio con letrero en frente de un pared&#10;&#10;Descripción generada automáticamente con confianza baja">
            <a:extLst>
              <a:ext uri="{FF2B5EF4-FFF2-40B4-BE49-F238E27FC236}">
                <a16:creationId xmlns:a16="http://schemas.microsoft.com/office/drawing/2014/main" id="{88EC3C08-CD57-4916-BAA1-9E6E4848543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6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73"/>
          <a:stretch/>
        </p:blipFill>
        <p:spPr>
          <a:xfrm>
            <a:off x="-1" y="1"/>
            <a:ext cx="3819649" cy="6343649"/>
          </a:xfrm>
          <a:prstGeom prst="rect">
            <a:avLst/>
          </a:prstGeom>
        </p:spPr>
      </p:pic>
      <p:sp>
        <p:nvSpPr>
          <p:cNvPr id="13" name="Rectángulo 12">
            <a:extLst>
              <a:ext uri="{FF2B5EF4-FFF2-40B4-BE49-F238E27FC236}">
                <a16:creationId xmlns:a16="http://schemas.microsoft.com/office/drawing/2014/main" id="{FE317594-4058-4769-A2C7-FD450272C743}"/>
              </a:ext>
            </a:extLst>
          </p:cNvPr>
          <p:cNvSpPr/>
          <p:nvPr/>
        </p:nvSpPr>
        <p:spPr>
          <a:xfrm>
            <a:off x="-1" y="-2"/>
            <a:ext cx="3819648" cy="6343649"/>
          </a:xfrm>
          <a:prstGeom prst="rect">
            <a:avLst/>
          </a:prstGeom>
          <a:solidFill>
            <a:srgbClr val="7D3327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1A31E28A-0105-4C3B-ADCE-A226278F91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7031" y="3820571"/>
            <a:ext cx="671331" cy="675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Cartão de Avaliação - Trinity Plus">
            <a:extLst>
              <a:ext uri="{FF2B5EF4-FFF2-40B4-BE49-F238E27FC236}">
                <a16:creationId xmlns:a16="http://schemas.microsoft.com/office/drawing/2014/main" id="{4A58AA42-675C-43A1-AABC-A17217FF3F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6049" y="3820571"/>
            <a:ext cx="675527" cy="675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Instagram Logo - PNG y Vector">
            <a:extLst>
              <a:ext uri="{FF2B5EF4-FFF2-40B4-BE49-F238E27FC236}">
                <a16:creationId xmlns:a16="http://schemas.microsoft.com/office/drawing/2014/main" id="{5464290F-0DEB-400C-86EE-A5FAECAD95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186" y="3822809"/>
            <a:ext cx="671331" cy="671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▷ Potencia tu SEO local con las reseñas Google My Business">
            <a:extLst>
              <a:ext uri="{FF2B5EF4-FFF2-40B4-BE49-F238E27FC236}">
                <a16:creationId xmlns:a16="http://schemas.microsoft.com/office/drawing/2014/main" id="{38C17B4C-94A0-4F83-816E-C8E24CAA9B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496" y="4793396"/>
            <a:ext cx="1309598" cy="654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upo 2">
            <a:extLst>
              <a:ext uri="{FF2B5EF4-FFF2-40B4-BE49-F238E27FC236}">
                <a16:creationId xmlns:a16="http://schemas.microsoft.com/office/drawing/2014/main" id="{49BA0A53-2F0A-4C5C-AF21-B849D80EB5DA}"/>
              </a:ext>
            </a:extLst>
          </p:cNvPr>
          <p:cNvGrpSpPr/>
          <p:nvPr/>
        </p:nvGrpSpPr>
        <p:grpSpPr>
          <a:xfrm>
            <a:off x="808388" y="1250775"/>
            <a:ext cx="2270845" cy="2270845"/>
            <a:chOff x="870965" y="1338782"/>
            <a:chExt cx="2270845" cy="2270845"/>
          </a:xfrm>
        </p:grpSpPr>
        <p:sp>
          <p:nvSpPr>
            <p:cNvPr id="2" name="Diagrama de flujo: conector 1">
              <a:extLst>
                <a:ext uri="{FF2B5EF4-FFF2-40B4-BE49-F238E27FC236}">
                  <a16:creationId xmlns:a16="http://schemas.microsoft.com/office/drawing/2014/main" id="{082EDFB3-36CA-4138-A12B-D0F9F242F983}"/>
                </a:ext>
              </a:extLst>
            </p:cNvPr>
            <p:cNvSpPr/>
            <p:nvPr/>
          </p:nvSpPr>
          <p:spPr>
            <a:xfrm>
              <a:off x="955087" y="1458814"/>
              <a:ext cx="2102600" cy="2031981"/>
            </a:xfrm>
            <a:prstGeom prst="flowChartConnector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pic>
          <p:nvPicPr>
            <p:cNvPr id="10" name="Imagen 9" descr="Logotipo&#10;&#10;Descripción generada automáticamente">
              <a:extLst>
                <a:ext uri="{FF2B5EF4-FFF2-40B4-BE49-F238E27FC236}">
                  <a16:creationId xmlns:a16="http://schemas.microsoft.com/office/drawing/2014/main" id="{E8FA16B6-CB54-4423-AC59-1043C4E590D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0965" y="1338782"/>
              <a:ext cx="2270845" cy="2270845"/>
            </a:xfrm>
            <a:prstGeom prst="rect">
              <a:avLst/>
            </a:prstGeom>
          </p:spPr>
        </p:pic>
      </p:grpSp>
      <p:pic>
        <p:nvPicPr>
          <p:cNvPr id="14" name="Picture 4" descr="Churrasqueira Al's">
            <a:extLst>
              <a:ext uri="{FF2B5EF4-FFF2-40B4-BE49-F238E27FC236}">
                <a16:creationId xmlns:a16="http://schemas.microsoft.com/office/drawing/2014/main" id="{492D1A90-4A6B-4770-B71A-87AF9FEC7A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2736" y="4436317"/>
            <a:ext cx="1882360" cy="1407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333B4D5C-E036-497C-B2EF-CB01DA16440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7158" b="3749"/>
          <a:stretch/>
        </p:blipFill>
        <p:spPr>
          <a:xfrm>
            <a:off x="-2" y="5557520"/>
            <a:ext cx="3835401" cy="623570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6233F389-12C0-4A36-8450-D304CFD3B72A}"/>
              </a:ext>
            </a:extLst>
          </p:cNvPr>
          <p:cNvSpPr txBox="1"/>
          <p:nvPr/>
        </p:nvSpPr>
        <p:spPr>
          <a:xfrm>
            <a:off x="-163941" y="161211"/>
            <a:ext cx="413788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6600" dirty="0">
                <a:solidFill>
                  <a:schemeClr val="bg1"/>
                </a:solidFill>
                <a:latin typeface="Blackadder ITC" panose="04020505051007020D02" pitchFamily="82" charset="0"/>
              </a:rPr>
              <a:t>Bienvenidos</a:t>
            </a:r>
          </a:p>
        </p:txBody>
      </p:sp>
    </p:spTree>
    <p:extLst>
      <p:ext uri="{BB962C8B-B14F-4D97-AF65-F5344CB8AC3E}">
        <p14:creationId xmlns:p14="http://schemas.microsoft.com/office/powerpoint/2010/main" val="2841029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71506DD2-6CCF-4E99-AC5E-594820D6A59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3241"/>
          <a:stretch/>
        </p:blipFill>
        <p:spPr>
          <a:xfrm>
            <a:off x="-1" y="0"/>
            <a:ext cx="3810001" cy="5692775"/>
          </a:xfrm>
          <a:prstGeom prst="rect">
            <a:avLst/>
          </a:prstGeom>
        </p:spPr>
      </p:pic>
      <p:pic>
        <p:nvPicPr>
          <p:cNvPr id="6" name="Imagen 5" descr="Edificio con letrero en frente de un pared&#10;&#10;Descripción generada automáticamente con confianza baja">
            <a:extLst>
              <a:ext uri="{FF2B5EF4-FFF2-40B4-BE49-F238E27FC236}">
                <a16:creationId xmlns:a16="http://schemas.microsoft.com/office/drawing/2014/main" id="{88EC3C08-CD57-4916-BAA1-9E6E4848543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6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73"/>
          <a:stretch/>
        </p:blipFill>
        <p:spPr>
          <a:xfrm>
            <a:off x="0" y="0"/>
            <a:ext cx="3810000" cy="634365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333B4D5C-E036-497C-B2EF-CB01DA16440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7053" b="3749"/>
          <a:stretch/>
        </p:blipFill>
        <p:spPr>
          <a:xfrm>
            <a:off x="9646" y="5407660"/>
            <a:ext cx="3810002" cy="630757"/>
          </a:xfrm>
          <a:prstGeom prst="rect">
            <a:avLst/>
          </a:prstGeom>
        </p:spPr>
      </p:pic>
      <p:pic>
        <p:nvPicPr>
          <p:cNvPr id="10" name="Imagen 9" descr="Logotipo&#10;&#10;Descripción generada automáticamente">
            <a:extLst>
              <a:ext uri="{FF2B5EF4-FFF2-40B4-BE49-F238E27FC236}">
                <a16:creationId xmlns:a16="http://schemas.microsoft.com/office/drawing/2014/main" id="{E8FA16B6-CB54-4423-AC59-1043C4E590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852" y="1338782"/>
            <a:ext cx="2270845" cy="2270845"/>
          </a:xfrm>
          <a:prstGeom prst="rect">
            <a:avLst/>
          </a:prstGeom>
        </p:spPr>
      </p:pic>
      <p:sp>
        <p:nvSpPr>
          <p:cNvPr id="19" name="Rectángulo 18">
            <a:extLst>
              <a:ext uri="{FF2B5EF4-FFF2-40B4-BE49-F238E27FC236}">
                <a16:creationId xmlns:a16="http://schemas.microsoft.com/office/drawing/2014/main" id="{0FFAACBD-1708-4AB6-B810-8738943E9040}"/>
              </a:ext>
            </a:extLst>
          </p:cNvPr>
          <p:cNvSpPr/>
          <p:nvPr/>
        </p:nvSpPr>
        <p:spPr>
          <a:xfrm>
            <a:off x="-1" y="3762699"/>
            <a:ext cx="3810001" cy="796365"/>
          </a:xfrm>
          <a:prstGeom prst="rect">
            <a:avLst/>
          </a:prstGeom>
          <a:solidFill>
            <a:srgbClr val="7D33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E317594-4058-4769-A2C7-FD450272C743}"/>
              </a:ext>
            </a:extLst>
          </p:cNvPr>
          <p:cNvSpPr/>
          <p:nvPr/>
        </p:nvSpPr>
        <p:spPr>
          <a:xfrm>
            <a:off x="-51665" y="345642"/>
            <a:ext cx="3861666" cy="796365"/>
          </a:xfrm>
          <a:prstGeom prst="rect">
            <a:avLst/>
          </a:prstGeom>
          <a:solidFill>
            <a:srgbClr val="7D33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461856F-7CE5-400A-98F1-1974D598DFAF}"/>
              </a:ext>
            </a:extLst>
          </p:cNvPr>
          <p:cNvSpPr txBox="1"/>
          <p:nvPr/>
        </p:nvSpPr>
        <p:spPr>
          <a:xfrm>
            <a:off x="-163941" y="296511"/>
            <a:ext cx="413788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6600" dirty="0">
                <a:solidFill>
                  <a:schemeClr val="bg1"/>
                </a:solidFill>
                <a:latin typeface="Blackadder ITC" panose="04020505051007020D02" pitchFamily="82" charset="0"/>
              </a:rPr>
              <a:t>Bienvenidos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1A31E28A-0105-4C3B-ADCE-A226278F91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7031" y="3820571"/>
            <a:ext cx="671331" cy="675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Cartão de Avaliação - Trinity Plus">
            <a:extLst>
              <a:ext uri="{FF2B5EF4-FFF2-40B4-BE49-F238E27FC236}">
                <a16:creationId xmlns:a16="http://schemas.microsoft.com/office/drawing/2014/main" id="{4A58AA42-675C-43A1-AABC-A17217FF3F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6049" y="3820571"/>
            <a:ext cx="675527" cy="675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Instagram Logo - PNG y Vector">
            <a:extLst>
              <a:ext uri="{FF2B5EF4-FFF2-40B4-BE49-F238E27FC236}">
                <a16:creationId xmlns:a16="http://schemas.microsoft.com/office/drawing/2014/main" id="{5464290F-0DEB-400C-86EE-A5FAECAD95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186" y="3822809"/>
            <a:ext cx="671331" cy="671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▷ Potencia tu SEO local con las reseñas Google My Business">
            <a:extLst>
              <a:ext uri="{FF2B5EF4-FFF2-40B4-BE49-F238E27FC236}">
                <a16:creationId xmlns:a16="http://schemas.microsoft.com/office/drawing/2014/main" id="{38C17B4C-94A0-4F83-816E-C8E24CAA9B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050" y="4717524"/>
            <a:ext cx="1309598" cy="654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Restaurant Guru - food &amp; restaurants near me – Apps no Google Play">
            <a:extLst>
              <a:ext uri="{FF2B5EF4-FFF2-40B4-BE49-F238E27FC236}">
                <a16:creationId xmlns:a16="http://schemas.microsoft.com/office/drawing/2014/main" id="{D64F636B-94C2-4FA6-BB72-4B5161BB73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4716" y="4663923"/>
            <a:ext cx="548157" cy="548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73311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71506DD2-6CCF-4E99-AC5E-594820D6A59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3241"/>
          <a:stretch/>
        </p:blipFill>
        <p:spPr>
          <a:xfrm>
            <a:off x="-42018" y="-257175"/>
            <a:ext cx="4137881" cy="5949950"/>
          </a:xfrm>
          <a:prstGeom prst="rect">
            <a:avLst/>
          </a:prstGeom>
        </p:spPr>
      </p:pic>
      <p:pic>
        <p:nvPicPr>
          <p:cNvPr id="6" name="Imagen 5" descr="Edificio con letrero en frente de un pared&#10;&#10;Descripción generada automáticamente con confianza baja">
            <a:extLst>
              <a:ext uri="{FF2B5EF4-FFF2-40B4-BE49-F238E27FC236}">
                <a16:creationId xmlns:a16="http://schemas.microsoft.com/office/drawing/2014/main" id="{88EC3C08-CD57-4916-BAA1-9E6E4848543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6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73"/>
          <a:stretch/>
        </p:blipFill>
        <p:spPr>
          <a:xfrm>
            <a:off x="-42019" y="-257175"/>
            <a:ext cx="4137881" cy="685800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333B4D5C-E036-497C-B2EF-CB01DA16440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6760" b="3749"/>
          <a:stretch/>
        </p:blipFill>
        <p:spPr>
          <a:xfrm>
            <a:off x="-42018" y="5692775"/>
            <a:ext cx="4137881" cy="650875"/>
          </a:xfrm>
          <a:prstGeom prst="rect">
            <a:avLst/>
          </a:prstGeom>
        </p:spPr>
      </p:pic>
      <p:pic>
        <p:nvPicPr>
          <p:cNvPr id="10" name="Imagen 9" descr="Logotipo&#10;&#10;Descripción generada automáticamente">
            <a:extLst>
              <a:ext uri="{FF2B5EF4-FFF2-40B4-BE49-F238E27FC236}">
                <a16:creationId xmlns:a16="http://schemas.microsoft.com/office/drawing/2014/main" id="{E8FA16B6-CB54-4423-AC59-1043C4E590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852" y="1338782"/>
            <a:ext cx="2270845" cy="2270845"/>
          </a:xfrm>
          <a:prstGeom prst="rect">
            <a:avLst/>
          </a:prstGeom>
        </p:spPr>
      </p:pic>
      <p:sp>
        <p:nvSpPr>
          <p:cNvPr id="19" name="Rectángulo 18">
            <a:extLst>
              <a:ext uri="{FF2B5EF4-FFF2-40B4-BE49-F238E27FC236}">
                <a16:creationId xmlns:a16="http://schemas.microsoft.com/office/drawing/2014/main" id="{0FFAACBD-1708-4AB6-B810-8738943E9040}"/>
              </a:ext>
            </a:extLst>
          </p:cNvPr>
          <p:cNvSpPr/>
          <p:nvPr/>
        </p:nvSpPr>
        <p:spPr>
          <a:xfrm>
            <a:off x="-51666" y="3854139"/>
            <a:ext cx="4137881" cy="796365"/>
          </a:xfrm>
          <a:prstGeom prst="rect">
            <a:avLst/>
          </a:prstGeom>
          <a:solidFill>
            <a:srgbClr val="7D33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E317594-4058-4769-A2C7-FD450272C743}"/>
              </a:ext>
            </a:extLst>
          </p:cNvPr>
          <p:cNvSpPr/>
          <p:nvPr/>
        </p:nvSpPr>
        <p:spPr>
          <a:xfrm>
            <a:off x="-51666" y="345642"/>
            <a:ext cx="4137881" cy="796365"/>
          </a:xfrm>
          <a:prstGeom prst="rect">
            <a:avLst/>
          </a:prstGeom>
          <a:solidFill>
            <a:srgbClr val="7D33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461856F-7CE5-400A-98F1-1974D598DFAF}"/>
              </a:ext>
            </a:extLst>
          </p:cNvPr>
          <p:cNvSpPr txBox="1"/>
          <p:nvPr/>
        </p:nvSpPr>
        <p:spPr>
          <a:xfrm>
            <a:off x="443117" y="163834"/>
            <a:ext cx="314831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6600" dirty="0">
                <a:solidFill>
                  <a:schemeClr val="bg1"/>
                </a:solidFill>
                <a:latin typeface="Bodoni MT Condensed" panose="02070606080606020203" pitchFamily="18" charset="0"/>
              </a:rPr>
              <a:t>Bienvenidos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1A31E28A-0105-4C3B-ADCE-A226278F91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7031" y="3912011"/>
            <a:ext cx="671331" cy="675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Cartão de Avaliação - Trinity Plus">
            <a:extLst>
              <a:ext uri="{FF2B5EF4-FFF2-40B4-BE49-F238E27FC236}">
                <a16:creationId xmlns:a16="http://schemas.microsoft.com/office/drawing/2014/main" id="{4A58AA42-675C-43A1-AABC-A17217FF3F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6049" y="3912011"/>
            <a:ext cx="675527" cy="675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Instagram Logo - PNG y Vector">
            <a:extLst>
              <a:ext uri="{FF2B5EF4-FFF2-40B4-BE49-F238E27FC236}">
                <a16:creationId xmlns:a16="http://schemas.microsoft.com/office/drawing/2014/main" id="{5464290F-0DEB-400C-86EE-A5FAECAD95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186" y="3913736"/>
            <a:ext cx="671331" cy="671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▷ Potencia tu SEO local con las reseñas Google My Business">
            <a:extLst>
              <a:ext uri="{FF2B5EF4-FFF2-40B4-BE49-F238E27FC236}">
                <a16:creationId xmlns:a16="http://schemas.microsoft.com/office/drawing/2014/main" id="{38C17B4C-94A0-4F83-816E-C8E24CAA9B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351" y="4870708"/>
            <a:ext cx="1309598" cy="654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Churrasqueira Al's">
            <a:extLst>
              <a:ext uri="{FF2B5EF4-FFF2-40B4-BE49-F238E27FC236}">
                <a16:creationId xmlns:a16="http://schemas.microsoft.com/office/drawing/2014/main" id="{BB249700-1663-436D-BF80-F71196D9FA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4318" y="4414920"/>
            <a:ext cx="1882360" cy="1407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5293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8B6ACA-3CB1-4808-95E9-B771F5171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LINKS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DAED1B8-791B-47A5-A8A6-48E72B44EF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AR" dirty="0"/>
              <a:t>INSTAGRAM: </a:t>
            </a:r>
          </a:p>
          <a:p>
            <a:pPr marL="0" indent="0">
              <a:buNone/>
            </a:pPr>
            <a:r>
              <a:rPr lang="es-AR" dirty="0">
                <a:hlinkClick r:id="rId2"/>
              </a:rPr>
              <a:t>https://www.instagram.com/patio.laboca/</a:t>
            </a:r>
            <a:r>
              <a:rPr lang="es-AR" dirty="0"/>
              <a:t> </a:t>
            </a:r>
          </a:p>
          <a:p>
            <a:pPr marL="0" indent="0">
              <a:buNone/>
            </a:pPr>
            <a:endParaRPr lang="es-AR" dirty="0"/>
          </a:p>
          <a:p>
            <a:r>
              <a:rPr lang="es-AR" dirty="0"/>
              <a:t>UBICACIÓN:</a:t>
            </a:r>
          </a:p>
          <a:p>
            <a:pPr marL="0" indent="0">
              <a:buNone/>
            </a:pPr>
            <a:r>
              <a:rPr lang="es-AR" dirty="0">
                <a:hlinkClick r:id="rId3"/>
              </a:rPr>
              <a:t>https://www.google.com/maps/place/Cantina+Patio+La+Boca/@-34.6393215,-58.3642379,15z/data=!4m5!3m4!1s0x0:0xb067366ccb44f828!8m2!3d-34.6393215!4d-58.3642379</a:t>
            </a:r>
            <a:r>
              <a:rPr lang="es-AR" dirty="0"/>
              <a:t> </a:t>
            </a:r>
          </a:p>
          <a:p>
            <a:pPr marL="0" indent="0">
              <a:buNone/>
            </a:pPr>
            <a:endParaRPr lang="es-AR" dirty="0"/>
          </a:p>
          <a:p>
            <a:r>
              <a:rPr lang="es-AR" dirty="0"/>
              <a:t>WHATSAPP:</a:t>
            </a:r>
          </a:p>
          <a:p>
            <a:r>
              <a:rPr lang="es-AR" dirty="0">
                <a:hlinkClick r:id="rId4"/>
              </a:rPr>
              <a:t>https://api.whatsapp.com/send?phone=5491139542225&amp;text=Hola!%20me%20contacto%20por%20una%20reserva%20o%20consulta%20respecto%20a%20Cantina%20Patio%20La%20Boca%20%F0%9F%8D%B7%F0%9F%8D%96%F0%9F%98%8B</a:t>
            </a:r>
            <a:r>
              <a:rPr lang="es-AR" dirty="0"/>
              <a:t> </a:t>
            </a:r>
          </a:p>
          <a:p>
            <a:endParaRPr lang="es-AR" dirty="0"/>
          </a:p>
          <a:p>
            <a:r>
              <a:rPr lang="es-AR" dirty="0"/>
              <a:t>RESEÑAS GOOGLE</a:t>
            </a:r>
          </a:p>
          <a:p>
            <a:pPr marL="0" indent="0">
              <a:buNone/>
            </a:pPr>
            <a:r>
              <a:rPr lang="es-AR" dirty="0">
                <a:hlinkClick r:id="rId5"/>
              </a:rPr>
              <a:t>https://goo.gl/maps/5FNq97pD52yruc4YA</a:t>
            </a:r>
            <a:r>
              <a:rPr lang="es-AR" dirty="0"/>
              <a:t> </a:t>
            </a:r>
          </a:p>
          <a:p>
            <a:pPr marL="0" indent="0">
              <a:buNone/>
            </a:pPr>
            <a:endParaRPr lang="es-AR" dirty="0"/>
          </a:p>
          <a:p>
            <a:r>
              <a:rPr lang="es-AR" dirty="0"/>
              <a:t>RESTAURANT GURU (IMAGEN O PDF del reconocimientos, por ahora dejo el link de la pagina): </a:t>
            </a:r>
          </a:p>
          <a:p>
            <a:pPr marL="0" indent="0">
              <a:buNone/>
            </a:pPr>
            <a:r>
              <a:rPr lang="es-AR" dirty="0">
                <a:hlinkClick r:id="rId6"/>
              </a:rPr>
              <a:t>https://es.restaurantguru.com</a:t>
            </a:r>
            <a:r>
              <a:rPr lang="es-AR">
                <a:hlinkClick r:id="rId6"/>
              </a:rPr>
              <a:t>/Cantina-Patio-La-Boca-Buenos-Aires</a:t>
            </a:r>
            <a:r>
              <a:rPr lang="es-AR"/>
              <a:t> 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80589548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1498</TotalTime>
  <Words>156</Words>
  <Application>Microsoft Office PowerPoint</Application>
  <PresentationFormat>Personalizado</PresentationFormat>
  <Paragraphs>24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6" baseType="lpstr">
      <vt:lpstr>Arial</vt:lpstr>
      <vt:lpstr>Blackadder ITC</vt:lpstr>
      <vt:lpstr>Bodoni MT Condensed</vt:lpstr>
      <vt:lpstr>Brush Script MT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LINKS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Kevin Silva Zarate</dc:creator>
  <cp:lastModifiedBy>Kevin Silva Zarate</cp:lastModifiedBy>
  <cp:revision>14</cp:revision>
  <dcterms:created xsi:type="dcterms:W3CDTF">2022-09-03T16:47:48Z</dcterms:created>
  <dcterms:modified xsi:type="dcterms:W3CDTF">2022-09-04T17:46:16Z</dcterms:modified>
</cp:coreProperties>
</file>